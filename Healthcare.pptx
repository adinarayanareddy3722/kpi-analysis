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B49154-E4E0-42D0-993B-D716E3647229}" v="48" dt="2026-01-24T14:07:57.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 Narayana Reddy" userId="1eb7a6687ec9e193" providerId="LiveId" clId="{B0EDD865-17CC-4D70-932A-9461417EB6AE}"/>
    <pc:docChg chg="undo custSel addSld delSld modSld sldOrd">
      <pc:chgData name="Adi Narayana Reddy" userId="1eb7a6687ec9e193" providerId="LiveId" clId="{B0EDD865-17CC-4D70-932A-9461417EB6AE}" dt="2026-01-24T14:37:15.021" v="421" actId="27636"/>
      <pc:docMkLst>
        <pc:docMk/>
      </pc:docMkLst>
      <pc:sldChg chg="modSp new mod">
        <pc:chgData name="Adi Narayana Reddy" userId="1eb7a6687ec9e193" providerId="LiveId" clId="{B0EDD865-17CC-4D70-932A-9461417EB6AE}" dt="2026-01-19T18:41:38.783" v="40" actId="20577"/>
        <pc:sldMkLst>
          <pc:docMk/>
          <pc:sldMk cId="1103315031" sldId="256"/>
        </pc:sldMkLst>
        <pc:spChg chg="mod">
          <ac:chgData name="Adi Narayana Reddy" userId="1eb7a6687ec9e193" providerId="LiveId" clId="{B0EDD865-17CC-4D70-932A-9461417EB6AE}" dt="2026-01-19T18:41:05.351" v="4"/>
          <ac:spMkLst>
            <pc:docMk/>
            <pc:sldMk cId="1103315031" sldId="256"/>
            <ac:spMk id="2" creationId="{95BFD1BF-3860-E466-E95E-91C6C3D4A3D2}"/>
          </ac:spMkLst>
        </pc:spChg>
        <pc:spChg chg="mod">
          <ac:chgData name="Adi Narayana Reddy" userId="1eb7a6687ec9e193" providerId="LiveId" clId="{B0EDD865-17CC-4D70-932A-9461417EB6AE}" dt="2026-01-19T18:41:38.783" v="40" actId="20577"/>
          <ac:spMkLst>
            <pc:docMk/>
            <pc:sldMk cId="1103315031" sldId="256"/>
            <ac:spMk id="3" creationId="{E8BBCCEF-F2CC-2575-EC3B-8D1459CDBD80}"/>
          </ac:spMkLst>
        </pc:spChg>
      </pc:sldChg>
      <pc:sldChg chg="addSp delSp modSp new mod">
        <pc:chgData name="Adi Narayana Reddy" userId="1eb7a6687ec9e193" providerId="LiveId" clId="{B0EDD865-17CC-4D70-932A-9461417EB6AE}" dt="2026-01-24T13:51:41.293" v="299"/>
        <pc:sldMkLst>
          <pc:docMk/>
          <pc:sldMk cId="486611345" sldId="257"/>
        </pc:sldMkLst>
        <pc:spChg chg="mod">
          <ac:chgData name="Adi Narayana Reddy" userId="1eb7a6687ec9e193" providerId="LiveId" clId="{B0EDD865-17CC-4D70-932A-9461417EB6AE}" dt="2026-01-19T18:42:02.818" v="42"/>
          <ac:spMkLst>
            <pc:docMk/>
            <pc:sldMk cId="486611345" sldId="257"/>
            <ac:spMk id="2" creationId="{A01AA316-1021-261C-E251-1A9A30F712EA}"/>
          </ac:spMkLst>
        </pc:spChg>
        <pc:spChg chg="add del mod">
          <ac:chgData name="Adi Narayana Reddy" userId="1eb7a6687ec9e193" providerId="LiveId" clId="{B0EDD865-17CC-4D70-932A-9461417EB6AE}" dt="2026-01-24T13:51:41.293" v="299"/>
          <ac:spMkLst>
            <pc:docMk/>
            <pc:sldMk cId="486611345" sldId="257"/>
            <ac:spMk id="3" creationId="{A247A5D5-DD29-C0B5-65D7-C8477E3FFF40}"/>
          </ac:spMkLst>
        </pc:spChg>
        <pc:spChg chg="add">
          <ac:chgData name="Adi Narayana Reddy" userId="1eb7a6687ec9e193" providerId="LiveId" clId="{B0EDD865-17CC-4D70-932A-9461417EB6AE}" dt="2026-01-24T13:50:35.776" v="277"/>
          <ac:spMkLst>
            <pc:docMk/>
            <pc:sldMk cId="486611345" sldId="257"/>
            <ac:spMk id="4" creationId="{78ADF62D-969D-0A8F-369D-CB78FFADE7F2}"/>
          </ac:spMkLst>
        </pc:spChg>
        <pc:spChg chg="add mod">
          <ac:chgData name="Adi Narayana Reddy" userId="1eb7a6687ec9e193" providerId="LiveId" clId="{B0EDD865-17CC-4D70-932A-9461417EB6AE}" dt="2026-01-24T13:50:44.757" v="281" actId="14100"/>
          <ac:spMkLst>
            <pc:docMk/>
            <pc:sldMk cId="486611345" sldId="257"/>
            <ac:spMk id="5" creationId="{4165C7B7-2397-494F-D6A0-D0A5379DB1EC}"/>
          </ac:spMkLst>
        </pc:spChg>
        <pc:spChg chg="add del mod">
          <ac:chgData name="Adi Narayana Reddy" userId="1eb7a6687ec9e193" providerId="LiveId" clId="{B0EDD865-17CC-4D70-932A-9461417EB6AE}" dt="2026-01-24T13:50:50.464" v="285"/>
          <ac:spMkLst>
            <pc:docMk/>
            <pc:sldMk cId="486611345" sldId="257"/>
            <ac:spMk id="6" creationId="{27DCBDD9-9FE8-9ADF-7F3C-4C2B6AB94BB3}"/>
          </ac:spMkLst>
        </pc:spChg>
        <pc:spChg chg="add mod">
          <ac:chgData name="Adi Narayana Reddy" userId="1eb7a6687ec9e193" providerId="LiveId" clId="{B0EDD865-17CC-4D70-932A-9461417EB6AE}" dt="2026-01-24T13:50:48.487" v="283" actId="21"/>
          <ac:spMkLst>
            <pc:docMk/>
            <pc:sldMk cId="486611345" sldId="257"/>
            <ac:spMk id="7" creationId="{C02FEF7B-2BC6-60E4-4847-4CA5B00AB939}"/>
          </ac:spMkLst>
        </pc:spChg>
        <pc:spChg chg="add mod">
          <ac:chgData name="Adi Narayana Reddy" userId="1eb7a6687ec9e193" providerId="LiveId" clId="{B0EDD865-17CC-4D70-932A-9461417EB6AE}" dt="2026-01-24T13:51:09.229" v="289" actId="1076"/>
          <ac:spMkLst>
            <pc:docMk/>
            <pc:sldMk cId="486611345" sldId="257"/>
            <ac:spMk id="8" creationId="{22E5055D-3F76-E0F9-3A4B-837AC6791CCA}"/>
          </ac:spMkLst>
        </pc:spChg>
        <pc:spChg chg="add">
          <ac:chgData name="Adi Narayana Reddy" userId="1eb7a6687ec9e193" providerId="LiveId" clId="{B0EDD865-17CC-4D70-932A-9461417EB6AE}" dt="2026-01-24T13:51:32.471" v="293"/>
          <ac:spMkLst>
            <pc:docMk/>
            <pc:sldMk cId="486611345" sldId="257"/>
            <ac:spMk id="9" creationId="{BEBDEEE0-6313-FA26-DC96-7E7FA5D157E3}"/>
          </ac:spMkLst>
        </pc:spChg>
      </pc:sldChg>
      <pc:sldChg chg="addSp modSp new mod ord">
        <pc:chgData name="Adi Narayana Reddy" userId="1eb7a6687ec9e193" providerId="LiveId" clId="{B0EDD865-17CC-4D70-932A-9461417EB6AE}" dt="2026-01-24T13:53:13.185" v="300"/>
        <pc:sldMkLst>
          <pc:docMk/>
          <pc:sldMk cId="1077066570" sldId="258"/>
        </pc:sldMkLst>
        <pc:spChg chg="mod">
          <ac:chgData name="Adi Narayana Reddy" userId="1eb7a6687ec9e193" providerId="LiveId" clId="{B0EDD865-17CC-4D70-932A-9461417EB6AE}" dt="2026-01-19T18:44:51.887" v="57"/>
          <ac:spMkLst>
            <pc:docMk/>
            <pc:sldMk cId="1077066570" sldId="258"/>
            <ac:spMk id="2" creationId="{367B2969-4E87-3F82-6ADF-4D089FA222A5}"/>
          </ac:spMkLst>
        </pc:spChg>
        <pc:spChg chg="mod">
          <ac:chgData name="Adi Narayana Reddy" userId="1eb7a6687ec9e193" providerId="LiveId" clId="{B0EDD865-17CC-4D70-932A-9461417EB6AE}" dt="2026-01-24T13:53:13.185" v="300"/>
          <ac:spMkLst>
            <pc:docMk/>
            <pc:sldMk cId="1077066570" sldId="258"/>
            <ac:spMk id="3" creationId="{EA7D5310-FC62-27AB-3383-C1EACB2D0842}"/>
          </ac:spMkLst>
        </pc:spChg>
        <pc:picChg chg="add mod">
          <ac:chgData name="Adi Narayana Reddy" userId="1eb7a6687ec9e193" providerId="LiveId" clId="{B0EDD865-17CC-4D70-932A-9461417EB6AE}" dt="2026-01-19T18:45:24.862" v="60" actId="1076"/>
          <ac:picMkLst>
            <pc:docMk/>
            <pc:sldMk cId="1077066570" sldId="258"/>
            <ac:picMk id="4" creationId="{088327F4-F7F3-DC7E-3A18-B20A061260E0}"/>
          </ac:picMkLst>
        </pc:picChg>
      </pc:sldChg>
      <pc:sldChg chg="modSp new mod">
        <pc:chgData name="Adi Narayana Reddy" userId="1eb7a6687ec9e193" providerId="LiveId" clId="{B0EDD865-17CC-4D70-932A-9461417EB6AE}" dt="2026-01-19T18:44:35.525" v="56" actId="208"/>
        <pc:sldMkLst>
          <pc:docMk/>
          <pc:sldMk cId="1085224405" sldId="259"/>
        </pc:sldMkLst>
        <pc:spChg chg="mod">
          <ac:chgData name="Adi Narayana Reddy" userId="1eb7a6687ec9e193" providerId="LiveId" clId="{B0EDD865-17CC-4D70-932A-9461417EB6AE}" dt="2026-01-19T18:43:05.267" v="50"/>
          <ac:spMkLst>
            <pc:docMk/>
            <pc:sldMk cId="1085224405" sldId="259"/>
            <ac:spMk id="2" creationId="{EF80A45F-F8D1-F81B-C844-E268754CF171}"/>
          </ac:spMkLst>
        </pc:spChg>
        <pc:spChg chg="mod">
          <ac:chgData name="Adi Narayana Reddy" userId="1eb7a6687ec9e193" providerId="LiveId" clId="{B0EDD865-17CC-4D70-932A-9461417EB6AE}" dt="2026-01-19T18:44:28.550" v="55" actId="208"/>
          <ac:spMkLst>
            <pc:docMk/>
            <pc:sldMk cId="1085224405" sldId="259"/>
            <ac:spMk id="3" creationId="{98094103-DA36-5B89-2541-385DBA1B1AFE}"/>
          </ac:spMkLst>
        </pc:spChg>
        <pc:spChg chg="mod">
          <ac:chgData name="Adi Narayana Reddy" userId="1eb7a6687ec9e193" providerId="LiveId" clId="{B0EDD865-17CC-4D70-932A-9461417EB6AE}" dt="2026-01-19T18:44:35.525" v="56" actId="208"/>
          <ac:spMkLst>
            <pc:docMk/>
            <pc:sldMk cId="1085224405" sldId="259"/>
            <ac:spMk id="4" creationId="{0758BF7E-5309-04A2-4382-FEEA2E203233}"/>
          </ac:spMkLst>
        </pc:spChg>
      </pc:sldChg>
      <pc:sldChg chg="addSp modSp new mod">
        <pc:chgData name="Adi Narayana Reddy" userId="1eb7a6687ec9e193" providerId="LiveId" clId="{B0EDD865-17CC-4D70-932A-9461417EB6AE}" dt="2026-01-24T13:54:53.890" v="305" actId="20577"/>
        <pc:sldMkLst>
          <pc:docMk/>
          <pc:sldMk cId="824845878" sldId="260"/>
        </pc:sldMkLst>
        <pc:spChg chg="mod">
          <ac:chgData name="Adi Narayana Reddy" userId="1eb7a6687ec9e193" providerId="LiveId" clId="{B0EDD865-17CC-4D70-932A-9461417EB6AE}" dt="2026-01-19T18:45:53.718" v="62"/>
          <ac:spMkLst>
            <pc:docMk/>
            <pc:sldMk cId="824845878" sldId="260"/>
            <ac:spMk id="2" creationId="{42654CC5-7D9A-EF8D-7AD2-6A991C63A01B}"/>
          </ac:spMkLst>
        </pc:spChg>
        <pc:spChg chg="mod">
          <ac:chgData name="Adi Narayana Reddy" userId="1eb7a6687ec9e193" providerId="LiveId" clId="{B0EDD865-17CC-4D70-932A-9461417EB6AE}" dt="2026-01-24T13:54:53.890" v="305" actId="20577"/>
          <ac:spMkLst>
            <pc:docMk/>
            <pc:sldMk cId="824845878" sldId="260"/>
            <ac:spMk id="3" creationId="{8D701493-0C5D-4ABD-B8F6-92D609025645}"/>
          </ac:spMkLst>
        </pc:spChg>
        <pc:picChg chg="add mod">
          <ac:chgData name="Adi Narayana Reddy" userId="1eb7a6687ec9e193" providerId="LiveId" clId="{B0EDD865-17CC-4D70-932A-9461417EB6AE}" dt="2026-01-19T18:46:29.025" v="68" actId="14100"/>
          <ac:picMkLst>
            <pc:docMk/>
            <pc:sldMk cId="824845878" sldId="260"/>
            <ac:picMk id="4" creationId="{6455DE4D-E1E2-3278-2246-69F0EF24C929}"/>
          </ac:picMkLst>
        </pc:picChg>
      </pc:sldChg>
      <pc:sldChg chg="addSp modSp new mod">
        <pc:chgData name="Adi Narayana Reddy" userId="1eb7a6687ec9e193" providerId="LiveId" clId="{B0EDD865-17CC-4D70-932A-9461417EB6AE}" dt="2026-01-24T13:56:05.344" v="306"/>
        <pc:sldMkLst>
          <pc:docMk/>
          <pc:sldMk cId="4024276222" sldId="261"/>
        </pc:sldMkLst>
        <pc:spChg chg="mod">
          <ac:chgData name="Adi Narayana Reddy" userId="1eb7a6687ec9e193" providerId="LiveId" clId="{B0EDD865-17CC-4D70-932A-9461417EB6AE}" dt="2026-01-19T18:47:02.754" v="70"/>
          <ac:spMkLst>
            <pc:docMk/>
            <pc:sldMk cId="4024276222" sldId="261"/>
            <ac:spMk id="2" creationId="{AED4860C-2A1D-FE77-2500-86EFBC5614EC}"/>
          </ac:spMkLst>
        </pc:spChg>
        <pc:spChg chg="mod">
          <ac:chgData name="Adi Narayana Reddy" userId="1eb7a6687ec9e193" providerId="LiveId" clId="{B0EDD865-17CC-4D70-932A-9461417EB6AE}" dt="2026-01-24T13:56:05.344" v="306"/>
          <ac:spMkLst>
            <pc:docMk/>
            <pc:sldMk cId="4024276222" sldId="261"/>
            <ac:spMk id="3" creationId="{846C7685-C111-1D1A-5F5B-5344E7204B59}"/>
          </ac:spMkLst>
        </pc:spChg>
        <pc:picChg chg="add mod">
          <ac:chgData name="Adi Narayana Reddy" userId="1eb7a6687ec9e193" providerId="LiveId" clId="{B0EDD865-17CC-4D70-932A-9461417EB6AE}" dt="2026-01-19T18:47:32.847" v="74" actId="1076"/>
          <ac:picMkLst>
            <pc:docMk/>
            <pc:sldMk cId="4024276222" sldId="261"/>
            <ac:picMk id="4" creationId="{68AB1B90-1190-80AC-BCE9-5B90DAB8ACD4}"/>
          </ac:picMkLst>
        </pc:picChg>
      </pc:sldChg>
      <pc:sldChg chg="addSp delSp modSp new mod">
        <pc:chgData name="Adi Narayana Reddy" userId="1eb7a6687ec9e193" providerId="LiveId" clId="{B0EDD865-17CC-4D70-932A-9461417EB6AE}" dt="2026-01-24T14:37:15.021" v="421" actId="27636"/>
        <pc:sldMkLst>
          <pc:docMk/>
          <pc:sldMk cId="914654230" sldId="262"/>
        </pc:sldMkLst>
        <pc:spChg chg="mod">
          <ac:chgData name="Adi Narayana Reddy" userId="1eb7a6687ec9e193" providerId="LiveId" clId="{B0EDD865-17CC-4D70-932A-9461417EB6AE}" dt="2026-01-19T18:48:51.479" v="86"/>
          <ac:spMkLst>
            <pc:docMk/>
            <pc:sldMk cId="914654230" sldId="262"/>
            <ac:spMk id="2" creationId="{00DF8000-CC7F-B9BF-42D1-E7796B31CC1F}"/>
          </ac:spMkLst>
        </pc:spChg>
        <pc:spChg chg="mod">
          <ac:chgData name="Adi Narayana Reddy" userId="1eb7a6687ec9e193" providerId="LiveId" clId="{B0EDD865-17CC-4D70-932A-9461417EB6AE}" dt="2026-01-24T14:37:15.021" v="421" actId="27636"/>
          <ac:spMkLst>
            <pc:docMk/>
            <pc:sldMk cId="914654230" sldId="262"/>
            <ac:spMk id="3" creationId="{174157DF-565B-7201-B3AD-CCD18F364501}"/>
          </ac:spMkLst>
        </pc:spChg>
        <pc:spChg chg="mod">
          <ac:chgData name="Adi Narayana Reddy" userId="1eb7a6687ec9e193" providerId="LiveId" clId="{B0EDD865-17CC-4D70-932A-9461417EB6AE}" dt="2026-01-24T14:37:15.020" v="420" actId="27636"/>
          <ac:spMkLst>
            <pc:docMk/>
            <pc:sldMk cId="914654230" sldId="262"/>
            <ac:spMk id="4" creationId="{DF64435B-2BBA-1ED2-4A10-A48E76EE3FF9}"/>
          </ac:spMkLst>
        </pc:spChg>
        <pc:picChg chg="add mod">
          <ac:chgData name="Adi Narayana Reddy" userId="1eb7a6687ec9e193" providerId="LiveId" clId="{B0EDD865-17CC-4D70-932A-9461417EB6AE}" dt="2026-01-19T18:49:40.857" v="94" actId="1076"/>
          <ac:picMkLst>
            <pc:docMk/>
            <pc:sldMk cId="914654230" sldId="262"/>
            <ac:picMk id="6" creationId="{D3D5A7DA-273D-1BC4-655D-DDC8FEC3D154}"/>
          </ac:picMkLst>
        </pc:picChg>
      </pc:sldChg>
      <pc:sldChg chg="modSp new mod">
        <pc:chgData name="Adi Narayana Reddy" userId="1eb7a6687ec9e193" providerId="LiveId" clId="{B0EDD865-17CC-4D70-932A-9461417EB6AE}" dt="2026-01-24T14:25:15.610" v="387" actId="20577"/>
        <pc:sldMkLst>
          <pc:docMk/>
          <pc:sldMk cId="1213796786" sldId="263"/>
        </pc:sldMkLst>
        <pc:spChg chg="mod">
          <ac:chgData name="Adi Narayana Reddy" userId="1eb7a6687ec9e193" providerId="LiveId" clId="{B0EDD865-17CC-4D70-932A-9461417EB6AE}" dt="2026-01-19T18:51:27.637" v="106"/>
          <ac:spMkLst>
            <pc:docMk/>
            <pc:sldMk cId="1213796786" sldId="263"/>
            <ac:spMk id="2" creationId="{ACF8ABD3-CEA7-90B6-425C-1F0C7FD1AFA5}"/>
          </ac:spMkLst>
        </pc:spChg>
        <pc:spChg chg="mod">
          <ac:chgData name="Adi Narayana Reddy" userId="1eb7a6687ec9e193" providerId="LiveId" clId="{B0EDD865-17CC-4D70-932A-9461417EB6AE}" dt="2026-01-24T14:25:15.610" v="387" actId="20577"/>
          <ac:spMkLst>
            <pc:docMk/>
            <pc:sldMk cId="1213796786" sldId="263"/>
            <ac:spMk id="3" creationId="{874738DB-DD14-40A7-77D7-D5EEA9CE147D}"/>
          </ac:spMkLst>
        </pc:spChg>
      </pc:sldChg>
      <pc:sldChg chg="modSp new mod">
        <pc:chgData name="Adi Narayana Reddy" userId="1eb7a6687ec9e193" providerId="LiveId" clId="{B0EDD865-17CC-4D70-932A-9461417EB6AE}" dt="2026-01-24T13:58:16.390" v="308"/>
        <pc:sldMkLst>
          <pc:docMk/>
          <pc:sldMk cId="3162161342" sldId="264"/>
        </pc:sldMkLst>
        <pc:spChg chg="mod">
          <ac:chgData name="Adi Narayana Reddy" userId="1eb7a6687ec9e193" providerId="LiveId" clId="{B0EDD865-17CC-4D70-932A-9461417EB6AE}" dt="2026-01-19T18:51:53.976" v="109"/>
          <ac:spMkLst>
            <pc:docMk/>
            <pc:sldMk cId="3162161342" sldId="264"/>
            <ac:spMk id="2" creationId="{8B69EE67-DFAF-44ED-B57D-EB5A056F7350}"/>
          </ac:spMkLst>
        </pc:spChg>
        <pc:spChg chg="mod">
          <ac:chgData name="Adi Narayana Reddy" userId="1eb7a6687ec9e193" providerId="LiveId" clId="{B0EDD865-17CC-4D70-932A-9461417EB6AE}" dt="2026-01-24T13:58:16.390" v="308"/>
          <ac:spMkLst>
            <pc:docMk/>
            <pc:sldMk cId="3162161342" sldId="264"/>
            <ac:spMk id="3" creationId="{3F6060B8-8CE6-C10F-0A8E-7AE5122BF308}"/>
          </ac:spMkLst>
        </pc:spChg>
      </pc:sldChg>
      <pc:sldChg chg="modSp new mod">
        <pc:chgData name="Adi Narayana Reddy" userId="1eb7a6687ec9e193" providerId="LiveId" clId="{B0EDD865-17CC-4D70-932A-9461417EB6AE}" dt="2026-01-24T14:36:30.390" v="390" actId="20577"/>
        <pc:sldMkLst>
          <pc:docMk/>
          <pc:sldMk cId="3657053785" sldId="265"/>
        </pc:sldMkLst>
        <pc:spChg chg="mod">
          <ac:chgData name="Adi Narayana Reddy" userId="1eb7a6687ec9e193" providerId="LiveId" clId="{B0EDD865-17CC-4D70-932A-9461417EB6AE}" dt="2026-01-19T18:52:43.889" v="118"/>
          <ac:spMkLst>
            <pc:docMk/>
            <pc:sldMk cId="3657053785" sldId="265"/>
            <ac:spMk id="2" creationId="{CA512809-874E-EF32-6B67-084B11EC0ABE}"/>
          </ac:spMkLst>
        </pc:spChg>
        <pc:spChg chg="mod">
          <ac:chgData name="Adi Narayana Reddy" userId="1eb7a6687ec9e193" providerId="LiveId" clId="{B0EDD865-17CC-4D70-932A-9461417EB6AE}" dt="2026-01-24T14:36:30.390" v="390" actId="20577"/>
          <ac:spMkLst>
            <pc:docMk/>
            <pc:sldMk cId="3657053785" sldId="265"/>
            <ac:spMk id="3" creationId="{E7001310-4016-09FD-2D2E-4672B49CD3B7}"/>
          </ac:spMkLst>
        </pc:spChg>
      </pc:sldChg>
      <pc:sldChg chg="modSp new">
        <pc:chgData name="Adi Narayana Reddy" userId="1eb7a6687ec9e193" providerId="LiveId" clId="{B0EDD865-17CC-4D70-932A-9461417EB6AE}" dt="2026-01-24T13:59:34.707" v="310"/>
        <pc:sldMkLst>
          <pc:docMk/>
          <pc:sldMk cId="355072384" sldId="266"/>
        </pc:sldMkLst>
        <pc:spChg chg="mod">
          <ac:chgData name="Adi Narayana Reddy" userId="1eb7a6687ec9e193" providerId="LiveId" clId="{B0EDD865-17CC-4D70-932A-9461417EB6AE}" dt="2026-01-19T18:54:30.496" v="124"/>
          <ac:spMkLst>
            <pc:docMk/>
            <pc:sldMk cId="355072384" sldId="266"/>
            <ac:spMk id="2" creationId="{3B3E8980-8163-C819-FBDD-4D35EFD92007}"/>
          </ac:spMkLst>
        </pc:spChg>
        <pc:spChg chg="mod">
          <ac:chgData name="Adi Narayana Reddy" userId="1eb7a6687ec9e193" providerId="LiveId" clId="{B0EDD865-17CC-4D70-932A-9461417EB6AE}" dt="2026-01-24T13:59:34.707" v="310"/>
          <ac:spMkLst>
            <pc:docMk/>
            <pc:sldMk cId="355072384" sldId="266"/>
            <ac:spMk id="3" creationId="{5873D10E-7356-2848-B572-B05ED955BB5E}"/>
          </ac:spMkLst>
        </pc:spChg>
      </pc:sldChg>
      <pc:sldChg chg="addSp delSp modSp new mod setBg modClrScheme chgLayout">
        <pc:chgData name="Adi Narayana Reddy" userId="1eb7a6687ec9e193" providerId="LiveId" clId="{B0EDD865-17CC-4D70-932A-9461417EB6AE}" dt="2026-01-24T13:39:07.279" v="258" actId="14100"/>
        <pc:sldMkLst>
          <pc:docMk/>
          <pc:sldMk cId="1489791082" sldId="267"/>
        </pc:sldMkLst>
        <pc:spChg chg="mod ord">
          <ac:chgData name="Adi Narayana Reddy" userId="1eb7a6687ec9e193" providerId="LiveId" clId="{B0EDD865-17CC-4D70-932A-9461417EB6AE}" dt="2026-01-19T18:58:21.677" v="160"/>
          <ac:spMkLst>
            <pc:docMk/>
            <pc:sldMk cId="1489791082" sldId="267"/>
            <ac:spMk id="2" creationId="{1E97EFF3-C893-3C9E-5861-820A4F8B74F4}"/>
          </ac:spMkLst>
        </pc:spChg>
        <pc:spChg chg="add mod">
          <ac:chgData name="Adi Narayana Reddy" userId="1eb7a6687ec9e193" providerId="LiveId" clId="{B0EDD865-17CC-4D70-932A-9461417EB6AE}" dt="2026-01-24T13:38:57.195" v="255" actId="478"/>
          <ac:spMkLst>
            <pc:docMk/>
            <pc:sldMk cId="1489791082" sldId="267"/>
            <ac:spMk id="4" creationId="{188CF011-4D4A-028C-E399-4DF9202AE49D}"/>
          </ac:spMkLst>
        </pc:spChg>
        <pc:picChg chg="add del mod ord">
          <ac:chgData name="Adi Narayana Reddy" userId="1eb7a6687ec9e193" providerId="LiveId" clId="{B0EDD865-17CC-4D70-932A-9461417EB6AE}" dt="2026-01-24T13:38:57.195" v="255" actId="478"/>
          <ac:picMkLst>
            <pc:docMk/>
            <pc:sldMk cId="1489791082" sldId="267"/>
            <ac:picMk id="5" creationId="{8999DAD3-8201-1AE5-897E-6EF9A5E39C8D}"/>
          </ac:picMkLst>
        </pc:picChg>
        <pc:picChg chg="add mod">
          <ac:chgData name="Adi Narayana Reddy" userId="1eb7a6687ec9e193" providerId="LiveId" clId="{B0EDD865-17CC-4D70-932A-9461417EB6AE}" dt="2026-01-24T13:39:07.279" v="258" actId="14100"/>
          <ac:picMkLst>
            <pc:docMk/>
            <pc:sldMk cId="1489791082" sldId="267"/>
            <ac:picMk id="1026" creationId="{6EED359E-D058-1089-C6F6-04576ACA9C67}"/>
          </ac:picMkLst>
        </pc:picChg>
      </pc:sldChg>
      <pc:sldChg chg="addSp delSp modSp new mod">
        <pc:chgData name="Adi Narayana Reddy" userId="1eb7a6687ec9e193" providerId="LiveId" clId="{B0EDD865-17CC-4D70-932A-9461417EB6AE}" dt="2026-01-24T13:46:06.136" v="270" actId="14100"/>
        <pc:sldMkLst>
          <pc:docMk/>
          <pc:sldMk cId="4063160787" sldId="268"/>
        </pc:sldMkLst>
        <pc:spChg chg="mod">
          <ac:chgData name="Adi Narayana Reddy" userId="1eb7a6687ec9e193" providerId="LiveId" clId="{B0EDD865-17CC-4D70-932A-9461417EB6AE}" dt="2026-01-19T18:57:06.756" v="146"/>
          <ac:spMkLst>
            <pc:docMk/>
            <pc:sldMk cId="4063160787" sldId="268"/>
            <ac:spMk id="2" creationId="{D5E9135E-5BB5-A2FD-CE3F-E350D06F79FC}"/>
          </ac:spMkLst>
        </pc:spChg>
        <pc:picChg chg="add del mod">
          <ac:chgData name="Adi Narayana Reddy" userId="1eb7a6687ec9e193" providerId="LiveId" clId="{B0EDD865-17CC-4D70-932A-9461417EB6AE}" dt="2026-01-24T13:42:42.174" v="260" actId="478"/>
          <ac:picMkLst>
            <pc:docMk/>
            <pc:sldMk cId="4063160787" sldId="268"/>
            <ac:picMk id="5" creationId="{57A9048A-1235-A2EE-624B-C436A32EBD1C}"/>
          </ac:picMkLst>
        </pc:picChg>
        <pc:picChg chg="add del">
          <ac:chgData name="Adi Narayana Reddy" userId="1eb7a6687ec9e193" providerId="LiveId" clId="{B0EDD865-17CC-4D70-932A-9461417EB6AE}" dt="2026-01-24T13:42:42.174" v="260" actId="478"/>
          <ac:picMkLst>
            <pc:docMk/>
            <pc:sldMk cId="4063160787" sldId="268"/>
            <ac:picMk id="2050" creationId="{DFF502A6-4312-5595-206C-97204CF22FC0}"/>
          </ac:picMkLst>
        </pc:picChg>
        <pc:picChg chg="add del mod">
          <ac:chgData name="Adi Narayana Reddy" userId="1eb7a6687ec9e193" providerId="LiveId" clId="{B0EDD865-17CC-4D70-932A-9461417EB6AE}" dt="2026-01-24T13:45:58.343" v="267" actId="478"/>
          <ac:picMkLst>
            <pc:docMk/>
            <pc:sldMk cId="4063160787" sldId="268"/>
            <ac:picMk id="2052" creationId="{839D2E1B-CA10-40B2-335E-5E1ADE24335A}"/>
          </ac:picMkLst>
        </pc:picChg>
        <pc:picChg chg="add del mod">
          <ac:chgData name="Adi Narayana Reddy" userId="1eb7a6687ec9e193" providerId="LiveId" clId="{B0EDD865-17CC-4D70-932A-9461417EB6AE}" dt="2026-01-24T13:45:58.343" v="267" actId="478"/>
          <ac:picMkLst>
            <pc:docMk/>
            <pc:sldMk cId="4063160787" sldId="268"/>
            <ac:picMk id="2054" creationId="{5A9F2A68-601B-0847-6C99-C9E545782A39}"/>
          </ac:picMkLst>
        </pc:picChg>
        <pc:picChg chg="add mod">
          <ac:chgData name="Adi Narayana Reddy" userId="1eb7a6687ec9e193" providerId="LiveId" clId="{B0EDD865-17CC-4D70-932A-9461417EB6AE}" dt="2026-01-24T13:46:06.136" v="270" actId="14100"/>
          <ac:picMkLst>
            <pc:docMk/>
            <pc:sldMk cId="4063160787" sldId="268"/>
            <ac:picMk id="2056" creationId="{C772D63E-260C-E915-6D4C-A0E569BECB1D}"/>
          </ac:picMkLst>
        </pc:picChg>
      </pc:sldChg>
      <pc:sldChg chg="addSp delSp modSp new mod">
        <pc:chgData name="Adi Narayana Reddy" userId="1eb7a6687ec9e193" providerId="LiveId" clId="{B0EDD865-17CC-4D70-932A-9461417EB6AE}" dt="2026-01-24T13:47:49.620" v="274" actId="14100"/>
        <pc:sldMkLst>
          <pc:docMk/>
          <pc:sldMk cId="1496859150" sldId="269"/>
        </pc:sldMkLst>
        <pc:spChg chg="mod">
          <ac:chgData name="Adi Narayana Reddy" userId="1eb7a6687ec9e193" providerId="LiveId" clId="{B0EDD865-17CC-4D70-932A-9461417EB6AE}" dt="2026-01-19T18:59:04.570" v="166"/>
          <ac:spMkLst>
            <pc:docMk/>
            <pc:sldMk cId="1496859150" sldId="269"/>
            <ac:spMk id="2" creationId="{47F39746-7265-51A7-C604-ABBDA0350BC5}"/>
          </ac:spMkLst>
        </pc:spChg>
        <pc:spChg chg="add mod">
          <ac:chgData name="Adi Narayana Reddy" userId="1eb7a6687ec9e193" providerId="LiveId" clId="{B0EDD865-17CC-4D70-932A-9461417EB6AE}" dt="2026-01-24T13:47:43.567" v="271" actId="478"/>
          <ac:spMkLst>
            <pc:docMk/>
            <pc:sldMk cId="1496859150" sldId="269"/>
            <ac:spMk id="5" creationId="{9715A621-14D5-1D2A-5FFF-A99D525EF6C1}"/>
          </ac:spMkLst>
        </pc:spChg>
        <pc:picChg chg="add del mod">
          <ac:chgData name="Adi Narayana Reddy" userId="1eb7a6687ec9e193" providerId="LiveId" clId="{B0EDD865-17CC-4D70-932A-9461417EB6AE}" dt="2026-01-24T13:47:43.567" v="271" actId="478"/>
          <ac:picMkLst>
            <pc:docMk/>
            <pc:sldMk cId="1496859150" sldId="269"/>
            <ac:picMk id="4" creationId="{A8E0C6CE-CBD2-61A6-5629-8950BB7353B0}"/>
          </ac:picMkLst>
        </pc:picChg>
        <pc:picChg chg="add mod">
          <ac:chgData name="Adi Narayana Reddy" userId="1eb7a6687ec9e193" providerId="LiveId" clId="{B0EDD865-17CC-4D70-932A-9461417EB6AE}" dt="2026-01-24T13:47:49.620" v="274" actId="14100"/>
          <ac:picMkLst>
            <pc:docMk/>
            <pc:sldMk cId="1496859150" sldId="269"/>
            <ac:picMk id="3074" creationId="{8EA71EF5-C14B-6404-EAD2-33AC0DCDF46F}"/>
          </ac:picMkLst>
        </pc:picChg>
      </pc:sldChg>
      <pc:sldChg chg="addSp new mod">
        <pc:chgData name="Adi Narayana Reddy" userId="1eb7a6687ec9e193" providerId="LiveId" clId="{B0EDD865-17CC-4D70-932A-9461417EB6AE}" dt="2026-01-19T19:08:17.417" v="232" actId="22"/>
        <pc:sldMkLst>
          <pc:docMk/>
          <pc:sldMk cId="970896618" sldId="270"/>
        </pc:sldMkLst>
        <pc:picChg chg="add">
          <ac:chgData name="Adi Narayana Reddy" userId="1eb7a6687ec9e193" providerId="LiveId" clId="{B0EDD865-17CC-4D70-932A-9461417EB6AE}" dt="2026-01-19T19:08:17.417" v="232" actId="22"/>
          <ac:picMkLst>
            <pc:docMk/>
            <pc:sldMk cId="970896618" sldId="270"/>
            <ac:picMk id="3" creationId="{B36E54DC-18C6-5D3D-11B5-FEB086DF1B18}"/>
          </ac:picMkLst>
        </pc:picChg>
      </pc:sldChg>
      <pc:sldChg chg="modSp new mod">
        <pc:chgData name="Adi Narayana Reddy" userId="1eb7a6687ec9e193" providerId="LiveId" clId="{B0EDD865-17CC-4D70-932A-9461417EB6AE}" dt="2026-01-24T14:04:44.137" v="312" actId="108"/>
        <pc:sldMkLst>
          <pc:docMk/>
          <pc:sldMk cId="3300103097" sldId="271"/>
        </pc:sldMkLst>
        <pc:spChg chg="mod">
          <ac:chgData name="Adi Narayana Reddy" userId="1eb7a6687ec9e193" providerId="LiveId" clId="{B0EDD865-17CC-4D70-932A-9461417EB6AE}" dt="2026-01-19T19:01:15.033" v="183"/>
          <ac:spMkLst>
            <pc:docMk/>
            <pc:sldMk cId="3300103097" sldId="271"/>
            <ac:spMk id="2" creationId="{358E73E3-BADF-460B-E807-A5313F673C8D}"/>
          </ac:spMkLst>
        </pc:spChg>
        <pc:spChg chg="mod">
          <ac:chgData name="Adi Narayana Reddy" userId="1eb7a6687ec9e193" providerId="LiveId" clId="{B0EDD865-17CC-4D70-932A-9461417EB6AE}" dt="2026-01-24T14:04:44.137" v="312" actId="108"/>
          <ac:spMkLst>
            <pc:docMk/>
            <pc:sldMk cId="3300103097" sldId="271"/>
            <ac:spMk id="3" creationId="{CDAB14D5-ADFA-1893-59CA-267B8F63C9C1}"/>
          </ac:spMkLst>
        </pc:spChg>
      </pc:sldChg>
      <pc:sldChg chg="modSp new mod">
        <pc:chgData name="Adi Narayana Reddy" userId="1eb7a6687ec9e193" providerId="LiveId" clId="{B0EDD865-17CC-4D70-932A-9461417EB6AE}" dt="2026-01-24T14:05:32.255" v="313"/>
        <pc:sldMkLst>
          <pc:docMk/>
          <pc:sldMk cId="114623791" sldId="272"/>
        </pc:sldMkLst>
        <pc:spChg chg="mod">
          <ac:chgData name="Adi Narayana Reddy" userId="1eb7a6687ec9e193" providerId="LiveId" clId="{B0EDD865-17CC-4D70-932A-9461417EB6AE}" dt="2026-01-19T19:02:32.687" v="195"/>
          <ac:spMkLst>
            <pc:docMk/>
            <pc:sldMk cId="114623791" sldId="272"/>
            <ac:spMk id="2" creationId="{392D69EE-1891-047D-196C-5B7E421B5D7D}"/>
          </ac:spMkLst>
        </pc:spChg>
        <pc:spChg chg="mod">
          <ac:chgData name="Adi Narayana Reddy" userId="1eb7a6687ec9e193" providerId="LiveId" clId="{B0EDD865-17CC-4D70-932A-9461417EB6AE}" dt="2026-01-24T14:05:32.255" v="313"/>
          <ac:spMkLst>
            <pc:docMk/>
            <pc:sldMk cId="114623791" sldId="272"/>
            <ac:spMk id="3" creationId="{87EC231F-AD05-034D-2363-EF86A12376BF}"/>
          </ac:spMkLst>
        </pc:spChg>
      </pc:sldChg>
      <pc:sldChg chg="modSp new mod">
        <pc:chgData name="Adi Narayana Reddy" userId="1eb7a6687ec9e193" providerId="LiveId" clId="{B0EDD865-17CC-4D70-932A-9461417EB6AE}" dt="2026-01-24T14:06:03.652" v="314"/>
        <pc:sldMkLst>
          <pc:docMk/>
          <pc:sldMk cId="611350436" sldId="273"/>
        </pc:sldMkLst>
        <pc:spChg chg="mod">
          <ac:chgData name="Adi Narayana Reddy" userId="1eb7a6687ec9e193" providerId="LiveId" clId="{B0EDD865-17CC-4D70-932A-9461417EB6AE}" dt="2026-01-19T19:04:21.240" v="215"/>
          <ac:spMkLst>
            <pc:docMk/>
            <pc:sldMk cId="611350436" sldId="273"/>
            <ac:spMk id="2" creationId="{23A4026A-2EEA-24FD-E904-DE01966DBEA0}"/>
          </ac:spMkLst>
        </pc:spChg>
        <pc:spChg chg="mod">
          <ac:chgData name="Adi Narayana Reddy" userId="1eb7a6687ec9e193" providerId="LiveId" clId="{B0EDD865-17CC-4D70-932A-9461417EB6AE}" dt="2026-01-24T14:06:03.652" v="314"/>
          <ac:spMkLst>
            <pc:docMk/>
            <pc:sldMk cId="611350436" sldId="273"/>
            <ac:spMk id="3" creationId="{6542B9C8-F6AA-E473-46E6-6230EC28F1E5}"/>
          </ac:spMkLst>
        </pc:spChg>
      </pc:sldChg>
      <pc:sldChg chg="modSp new mod">
        <pc:chgData name="Adi Narayana Reddy" userId="1eb7a6687ec9e193" providerId="LiveId" clId="{B0EDD865-17CC-4D70-932A-9461417EB6AE}" dt="2026-01-24T14:08:10.305" v="386" actId="12"/>
        <pc:sldMkLst>
          <pc:docMk/>
          <pc:sldMk cId="1557006596" sldId="274"/>
        </pc:sldMkLst>
        <pc:spChg chg="mod">
          <ac:chgData name="Adi Narayana Reddy" userId="1eb7a6687ec9e193" providerId="LiveId" clId="{B0EDD865-17CC-4D70-932A-9461417EB6AE}" dt="2026-01-24T14:06:30.210" v="325"/>
          <ac:spMkLst>
            <pc:docMk/>
            <pc:sldMk cId="1557006596" sldId="274"/>
            <ac:spMk id="2" creationId="{E45E0FB1-C5F8-CD5D-C138-7E5814BADB33}"/>
          </ac:spMkLst>
        </pc:spChg>
        <pc:spChg chg="mod">
          <ac:chgData name="Adi Narayana Reddy" userId="1eb7a6687ec9e193" providerId="LiveId" clId="{B0EDD865-17CC-4D70-932A-9461417EB6AE}" dt="2026-01-24T14:08:10.305" v="386" actId="12"/>
          <ac:spMkLst>
            <pc:docMk/>
            <pc:sldMk cId="1557006596" sldId="274"/>
            <ac:spMk id="3" creationId="{12877FD1-A6CA-B56F-C940-D43F8EC0FF02}"/>
          </ac:spMkLst>
        </pc:spChg>
      </pc:sldChg>
      <pc:sldChg chg="modSp new mod">
        <pc:chgData name="Adi Narayana Reddy" userId="1eb7a6687ec9e193" providerId="LiveId" clId="{B0EDD865-17CC-4D70-932A-9461417EB6AE}" dt="2026-01-19T19:05:52.943" v="231" actId="20577"/>
        <pc:sldMkLst>
          <pc:docMk/>
          <pc:sldMk cId="3952779319" sldId="275"/>
        </pc:sldMkLst>
        <pc:spChg chg="mod">
          <ac:chgData name="Adi Narayana Reddy" userId="1eb7a6687ec9e193" providerId="LiveId" clId="{B0EDD865-17CC-4D70-932A-9461417EB6AE}" dt="2026-01-19T19:05:52.943" v="231" actId="20577"/>
          <ac:spMkLst>
            <pc:docMk/>
            <pc:sldMk cId="3952779319" sldId="275"/>
            <ac:spMk id="2" creationId="{3F834F22-46ED-DDB3-968C-4B1DEBD7B7E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69CA268-83D5-4BE2-9BCF-CF808B6D6994}"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A690B-8A98-4D69-BD07-49942AE62B0E}"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99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CA268-83D5-4BE2-9BCF-CF808B6D6994}"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1624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9CA268-83D5-4BE2-9BCF-CF808B6D6994}"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A690B-8A98-4D69-BD07-49942AE62B0E}"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68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9CA268-83D5-4BE2-9BCF-CF808B6D6994}"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1715283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9CA268-83D5-4BE2-9BCF-CF808B6D6994}" type="datetimeFigureOut">
              <a:rPr lang="en-IN" smtClean="0"/>
              <a:t>24-01-2026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1557709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9CA268-83D5-4BE2-9BCF-CF808B6D6994}" type="datetimeFigureOut">
              <a:rPr lang="en-IN" smtClean="0"/>
              <a:t>24-01-2026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366902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9CA268-83D5-4BE2-9BCF-CF808B6D6994}" type="datetimeFigureOut">
              <a:rPr lang="en-IN" smtClean="0"/>
              <a:t>24-01-2026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4126247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9CA268-83D5-4BE2-9BCF-CF808B6D6994}"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2580749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9CA268-83D5-4BE2-9BCF-CF808B6D6994}" type="datetimeFigureOut">
              <a:rPr lang="en-IN" smtClean="0"/>
              <a:t>24-01-2026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4A690B-8A98-4D69-BD07-49942AE62B0E}"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591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CA268-83D5-4BE2-9BCF-CF808B6D6994}"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A690B-8A98-4D69-BD07-49942AE62B0E}" type="slidenum">
              <a:rPr lang="en-IN" smtClean="0"/>
              <a:t>‹#›</a:t>
            </a:fld>
            <a:endParaRPr lang="en-IN"/>
          </a:p>
        </p:txBody>
      </p:sp>
    </p:spTree>
    <p:extLst>
      <p:ext uri="{BB962C8B-B14F-4D97-AF65-F5344CB8AC3E}">
        <p14:creationId xmlns:p14="http://schemas.microsoft.com/office/powerpoint/2010/main" val="1921863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9CA268-83D5-4BE2-9BCF-CF808B6D6994}" type="datetimeFigureOut">
              <a:rPr lang="en-IN" smtClean="0"/>
              <a:t>24-01-2026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A690B-8A98-4D69-BD07-49942AE62B0E}"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312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69CA268-83D5-4BE2-9BCF-CF808B6D6994}" type="datetimeFigureOut">
              <a:rPr lang="en-IN" smtClean="0"/>
              <a:t>24-01-2026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84A690B-8A98-4D69-BD07-49942AE62B0E}"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265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D1BF-3860-E466-E95E-91C6C3D4A3D2}"/>
              </a:ext>
            </a:extLst>
          </p:cNvPr>
          <p:cNvSpPr>
            <a:spLocks noGrp="1"/>
          </p:cNvSpPr>
          <p:nvPr>
            <p:ph type="ctrTitle"/>
          </p:nvPr>
        </p:nvSpPr>
        <p:spPr/>
        <p:txBody>
          <a:bodyPr/>
          <a:lstStyle/>
          <a:p>
            <a:r>
              <a:rPr lang="en" sz="5400" b="1" dirty="0"/>
              <a:t>KPI Analysis of Lowell General Hospital</a:t>
            </a:r>
            <a:endParaRPr lang="en-IN" dirty="0"/>
          </a:p>
        </p:txBody>
      </p:sp>
      <p:sp>
        <p:nvSpPr>
          <p:cNvPr id="3" name="Subtitle 2">
            <a:extLst>
              <a:ext uri="{FF2B5EF4-FFF2-40B4-BE49-F238E27FC236}">
                <a16:creationId xmlns:a16="http://schemas.microsoft.com/office/drawing/2014/main" id="{E8BBCCEF-F2CC-2575-EC3B-8D1459CDBD80}"/>
              </a:ext>
            </a:extLst>
          </p:cNvPr>
          <p:cNvSpPr>
            <a:spLocks noGrp="1"/>
          </p:cNvSpPr>
          <p:nvPr>
            <p:ph type="subTitle" idx="1"/>
          </p:nvPr>
        </p:nvSpPr>
        <p:spPr/>
        <p:txBody>
          <a:bodyPr/>
          <a:lstStyle/>
          <a:p>
            <a:pPr algn="r"/>
            <a:r>
              <a:rPr lang="en-IN" dirty="0"/>
              <a:t>Adi Narayana Reddy </a:t>
            </a:r>
            <a:r>
              <a:rPr lang="en-IN" dirty="0" err="1"/>
              <a:t>Nallamilli</a:t>
            </a:r>
            <a:endParaRPr lang="en-IN" dirty="0"/>
          </a:p>
        </p:txBody>
      </p:sp>
    </p:spTree>
    <p:extLst>
      <p:ext uri="{BB962C8B-B14F-4D97-AF65-F5344CB8AC3E}">
        <p14:creationId xmlns:p14="http://schemas.microsoft.com/office/powerpoint/2010/main" val="1103315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AA316-1021-261C-E251-1A9A30F712EA}"/>
              </a:ext>
            </a:extLst>
          </p:cNvPr>
          <p:cNvSpPr>
            <a:spLocks noGrp="1"/>
          </p:cNvSpPr>
          <p:nvPr>
            <p:ph type="title"/>
          </p:nvPr>
        </p:nvSpPr>
        <p:spPr/>
        <p:txBody>
          <a:bodyPr/>
          <a:lstStyle/>
          <a:p>
            <a:r>
              <a:rPr lang="en" dirty="0"/>
              <a:t>Problem Statement and Objective </a:t>
            </a:r>
            <a:endParaRPr lang="en-IN" dirty="0"/>
          </a:p>
        </p:txBody>
      </p:sp>
      <p:sp>
        <p:nvSpPr>
          <p:cNvPr id="3" name="Content Placeholder 2">
            <a:extLst>
              <a:ext uri="{FF2B5EF4-FFF2-40B4-BE49-F238E27FC236}">
                <a16:creationId xmlns:a16="http://schemas.microsoft.com/office/drawing/2014/main" id="{A247A5D5-DD29-C0B5-65D7-C8477E3FFF40}"/>
              </a:ext>
            </a:extLst>
          </p:cNvPr>
          <p:cNvSpPr>
            <a:spLocks noGrp="1"/>
          </p:cNvSpPr>
          <p:nvPr>
            <p:ph idx="1"/>
          </p:nvPr>
        </p:nvSpPr>
        <p:spPr/>
        <p:txBody>
          <a:bodyPr>
            <a:normAutofit fontScale="92500" lnSpcReduction="10000"/>
          </a:bodyPr>
          <a:lstStyle/>
          <a:p>
            <a:pPr marL="0" lvl="0" indent="0">
              <a:lnSpc>
                <a:spcPct val="115000"/>
              </a:lnSpc>
              <a:spcBef>
                <a:spcPts val="0"/>
              </a:spcBef>
              <a:spcAft>
                <a:spcPts val="0"/>
              </a:spcAft>
              <a:buNone/>
            </a:pPr>
            <a:r>
              <a:rPr lang="en-US" sz="2800" dirty="0">
                <a:latin typeface="Roboto SemiBold"/>
                <a:ea typeface="Roboto SemiBold"/>
                <a:cs typeface="Roboto SemiBold"/>
                <a:sym typeface="Roboto SemiBold"/>
              </a:rPr>
              <a:t>Problem Statement: </a:t>
            </a:r>
          </a:p>
          <a:p>
            <a:pPr marL="0" lvl="0" indent="0">
              <a:lnSpc>
                <a:spcPct val="115000"/>
              </a:lnSpc>
              <a:spcBef>
                <a:spcPts val="0"/>
              </a:spcBef>
              <a:spcAft>
                <a:spcPts val="0"/>
              </a:spcAft>
              <a:buNone/>
            </a:pPr>
            <a:r>
              <a:rPr lang="en-US" sz="2400" dirty="0"/>
              <a:t>Lowell General Hospital is committed to prioritizing patient well-being. To uphold this mission, we closely monitor key factors that impact patient safety and satisfaction. A structured analysis of these metrics is essential to identify trends, assess performance, and develop data-driven recommendations for enhancing customer satisfaction.</a:t>
            </a:r>
          </a:p>
          <a:p>
            <a:pPr marL="0" lvl="0" indent="0">
              <a:lnSpc>
                <a:spcPct val="115000"/>
              </a:lnSpc>
              <a:spcBef>
                <a:spcPts val="0"/>
              </a:spcBef>
              <a:spcAft>
                <a:spcPts val="0"/>
              </a:spcAft>
              <a:buNone/>
            </a:pPr>
            <a:endParaRPr lang="en-US" sz="2400" dirty="0"/>
          </a:p>
          <a:p>
            <a:pPr marL="0" lvl="0" indent="0">
              <a:lnSpc>
                <a:spcPct val="115000"/>
              </a:lnSpc>
              <a:spcBef>
                <a:spcPts val="0"/>
              </a:spcBef>
              <a:spcAft>
                <a:spcPts val="0"/>
              </a:spcAft>
              <a:buNone/>
            </a:pPr>
            <a:r>
              <a:rPr lang="en-US" sz="2800" dirty="0">
                <a:latin typeface="Roboto SemiBold"/>
                <a:ea typeface="Roboto SemiBold"/>
                <a:cs typeface="Roboto SemiBold"/>
                <a:sym typeface="Roboto SemiBold"/>
              </a:rPr>
              <a:t>Objective:</a:t>
            </a:r>
          </a:p>
          <a:p>
            <a:pPr marL="457200" lvl="0" indent="-311150">
              <a:lnSpc>
                <a:spcPct val="115000"/>
              </a:lnSpc>
              <a:spcBef>
                <a:spcPts val="0"/>
              </a:spcBef>
              <a:spcAft>
                <a:spcPts val="0"/>
              </a:spcAft>
              <a:buSzPts val="1300"/>
              <a:buChar char="●"/>
            </a:pPr>
            <a:r>
              <a:rPr lang="en-US" sz="2400" dirty="0"/>
              <a:t>Assess KPI impact on customer experience.</a:t>
            </a:r>
          </a:p>
          <a:p>
            <a:pPr marL="457200" lvl="0" indent="-311150">
              <a:lnSpc>
                <a:spcPct val="115000"/>
              </a:lnSpc>
              <a:spcBef>
                <a:spcPts val="0"/>
              </a:spcBef>
              <a:spcAft>
                <a:spcPts val="0"/>
              </a:spcAft>
              <a:buSzPts val="1300"/>
              <a:buChar char="●"/>
            </a:pPr>
            <a:r>
              <a:rPr lang="en-US" sz="2400" dirty="0"/>
              <a:t>Analyze correlations between KPIs.</a:t>
            </a:r>
          </a:p>
          <a:p>
            <a:pPr marL="457200" lvl="0" indent="-311150">
              <a:lnSpc>
                <a:spcPct val="115000"/>
              </a:lnSpc>
              <a:spcBef>
                <a:spcPts val="0"/>
              </a:spcBef>
              <a:spcAft>
                <a:spcPts val="0"/>
              </a:spcAft>
              <a:buSzPts val="1300"/>
              <a:buChar char="●"/>
            </a:pPr>
            <a:r>
              <a:rPr lang="en-US" sz="2400" dirty="0"/>
              <a:t>Benchmark performance and recommend improvements.</a:t>
            </a:r>
          </a:p>
          <a:p>
            <a:endParaRPr lang="en-IN" dirty="0"/>
          </a:p>
        </p:txBody>
      </p:sp>
    </p:spTree>
    <p:extLst>
      <p:ext uri="{BB962C8B-B14F-4D97-AF65-F5344CB8AC3E}">
        <p14:creationId xmlns:p14="http://schemas.microsoft.com/office/powerpoint/2010/main" val="48661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A45F-F8D1-F81B-C844-E268754CF171}"/>
              </a:ext>
            </a:extLst>
          </p:cNvPr>
          <p:cNvSpPr>
            <a:spLocks noGrp="1"/>
          </p:cNvSpPr>
          <p:nvPr>
            <p:ph type="title"/>
          </p:nvPr>
        </p:nvSpPr>
        <p:spPr/>
        <p:txBody>
          <a:bodyPr/>
          <a:lstStyle/>
          <a:p>
            <a:r>
              <a:rPr lang="en" dirty="0"/>
              <a:t>Dataset Overview</a:t>
            </a:r>
            <a:endParaRPr lang="en-IN" dirty="0"/>
          </a:p>
        </p:txBody>
      </p:sp>
      <p:sp>
        <p:nvSpPr>
          <p:cNvPr id="3" name="Content Placeholder 2">
            <a:extLst>
              <a:ext uri="{FF2B5EF4-FFF2-40B4-BE49-F238E27FC236}">
                <a16:creationId xmlns:a16="http://schemas.microsoft.com/office/drawing/2014/main" id="{98094103-DA36-5B89-2541-385DBA1B1AFE}"/>
              </a:ext>
            </a:extLst>
          </p:cNvPr>
          <p:cNvSpPr>
            <a:spLocks noGrp="1"/>
          </p:cNvSpPr>
          <p:nvPr>
            <p:ph sz="half" idx="1"/>
          </p:nvPr>
        </p:nvSpPr>
        <p:spPr>
          <a:ln>
            <a:solidFill>
              <a:schemeClr val="tx1"/>
            </a:solidFill>
          </a:ln>
        </p:spPr>
        <p:txBody>
          <a:bodyPr/>
          <a:lstStyle/>
          <a:p>
            <a:pPr marL="457200" lvl="0" indent="-298450">
              <a:spcAft>
                <a:spcPts val="0"/>
              </a:spcAft>
              <a:buClr>
                <a:srgbClr val="000000"/>
              </a:buClr>
              <a:buSzPts val="1100"/>
              <a:buFont typeface="Arial"/>
              <a:buChar char="●"/>
            </a:pPr>
            <a:r>
              <a:rPr lang="en-US" sz="2400" b="1" dirty="0"/>
              <a:t>Source:</a:t>
            </a:r>
            <a:r>
              <a:rPr lang="en-US" sz="2400" dirty="0"/>
              <a:t> Lowell General Hospital Dataset</a:t>
            </a:r>
          </a:p>
          <a:p>
            <a:pPr marL="457200" lvl="0" indent="0">
              <a:spcAft>
                <a:spcPts val="0"/>
              </a:spcAft>
              <a:buNone/>
            </a:pPr>
            <a:endParaRPr lang="en-US" sz="2400" dirty="0"/>
          </a:p>
          <a:p>
            <a:pPr marL="457200" lvl="0" indent="-298450">
              <a:spcAft>
                <a:spcPts val="0"/>
              </a:spcAft>
              <a:buClr>
                <a:srgbClr val="000000"/>
              </a:buClr>
              <a:buSzPts val="1100"/>
              <a:buFont typeface="Arial"/>
              <a:buChar char="●"/>
            </a:pPr>
            <a:r>
              <a:rPr lang="en-US" sz="2400" b="1" dirty="0"/>
              <a:t>Size: </a:t>
            </a:r>
            <a:r>
              <a:rPr lang="en-US" sz="2400" dirty="0"/>
              <a:t>(60, 4)</a:t>
            </a:r>
          </a:p>
          <a:p>
            <a:pPr marL="457200" lvl="0" indent="0">
              <a:spcAft>
                <a:spcPts val="0"/>
              </a:spcAft>
              <a:buNone/>
            </a:pPr>
            <a:endParaRPr lang="en-US" sz="2400" dirty="0"/>
          </a:p>
          <a:p>
            <a:pPr marL="457200" lvl="0" indent="-311150">
              <a:spcAft>
                <a:spcPts val="0"/>
              </a:spcAft>
              <a:buClr>
                <a:srgbClr val="000000"/>
              </a:buClr>
              <a:buSzPts val="1300"/>
              <a:buFont typeface="Arial"/>
              <a:buChar char="●"/>
            </a:pPr>
            <a:r>
              <a:rPr lang="en-US" sz="2400" b="1" dirty="0"/>
              <a:t>Timeframe:</a:t>
            </a:r>
            <a:r>
              <a:rPr lang="en-US" sz="2400" dirty="0"/>
              <a:t> 01/01/2020 to 01/12/2024</a:t>
            </a:r>
          </a:p>
          <a:p>
            <a:endParaRPr lang="en-IN" dirty="0"/>
          </a:p>
        </p:txBody>
      </p:sp>
      <p:sp>
        <p:nvSpPr>
          <p:cNvPr id="4" name="Content Placeholder 3">
            <a:extLst>
              <a:ext uri="{FF2B5EF4-FFF2-40B4-BE49-F238E27FC236}">
                <a16:creationId xmlns:a16="http://schemas.microsoft.com/office/drawing/2014/main" id="{0758BF7E-5309-04A2-4382-FEEA2E203233}"/>
              </a:ext>
            </a:extLst>
          </p:cNvPr>
          <p:cNvSpPr>
            <a:spLocks noGrp="1"/>
          </p:cNvSpPr>
          <p:nvPr>
            <p:ph sz="half" idx="2"/>
          </p:nvPr>
        </p:nvSpPr>
        <p:spPr>
          <a:ln>
            <a:solidFill>
              <a:schemeClr val="tx1"/>
            </a:solidFill>
          </a:ln>
        </p:spPr>
        <p:txBody>
          <a:bodyPr/>
          <a:lstStyle/>
          <a:p>
            <a:pPr marL="0" lvl="0" indent="0">
              <a:spcAft>
                <a:spcPts val="0"/>
              </a:spcAft>
              <a:buNone/>
            </a:pPr>
            <a:r>
              <a:rPr lang="en-US" sz="2400" b="1" u="sng" dirty="0"/>
              <a:t>Key Variables:</a:t>
            </a:r>
          </a:p>
          <a:p>
            <a:pPr marL="457200" lvl="0" indent="-311150">
              <a:spcBef>
                <a:spcPts val="1500"/>
              </a:spcBef>
              <a:spcAft>
                <a:spcPts val="0"/>
              </a:spcAft>
              <a:buClr>
                <a:schemeClr val="lt2"/>
              </a:buClr>
              <a:buSzPts val="1300"/>
              <a:buFont typeface="Arial"/>
              <a:buChar char="●"/>
            </a:pPr>
            <a:r>
              <a:rPr lang="en-US" sz="2400" dirty="0"/>
              <a:t>Month</a:t>
            </a:r>
          </a:p>
          <a:p>
            <a:pPr marL="457200" lvl="0" indent="-311150">
              <a:spcBef>
                <a:spcPts val="0"/>
              </a:spcBef>
              <a:spcAft>
                <a:spcPts val="0"/>
              </a:spcAft>
              <a:buClr>
                <a:schemeClr val="lt2"/>
              </a:buClr>
              <a:buSzPts val="1300"/>
              <a:buFont typeface="Arial"/>
              <a:buChar char="●"/>
            </a:pPr>
            <a:r>
              <a:rPr lang="en-US" sz="2400" dirty="0"/>
              <a:t>Average Licensed Bed Occupancy Rate</a:t>
            </a:r>
          </a:p>
          <a:p>
            <a:pPr marL="457200" lvl="0" indent="-311150">
              <a:spcBef>
                <a:spcPts val="0"/>
              </a:spcBef>
              <a:spcAft>
                <a:spcPts val="0"/>
              </a:spcAft>
              <a:buClr>
                <a:schemeClr val="lt2"/>
              </a:buClr>
              <a:buSzPts val="1300"/>
              <a:buFont typeface="Arial"/>
              <a:buChar char="●"/>
            </a:pPr>
            <a:r>
              <a:rPr lang="en-US" sz="2400" dirty="0"/>
              <a:t>Unassisted Fall Rate per 1,000 Patient Days   </a:t>
            </a:r>
          </a:p>
          <a:p>
            <a:pPr marL="457200" lvl="0" indent="-311150">
              <a:spcBef>
                <a:spcPts val="0"/>
              </a:spcBef>
              <a:spcAft>
                <a:spcPts val="0"/>
              </a:spcAft>
              <a:buClr>
                <a:schemeClr val="lt2"/>
              </a:buClr>
              <a:buSzPts val="1300"/>
              <a:buFont typeface="Arial"/>
              <a:buChar char="●"/>
            </a:pPr>
            <a:r>
              <a:rPr lang="en-US" sz="2400" dirty="0"/>
              <a:t>Staff Responsiveness Domain Top Box Score</a:t>
            </a:r>
          </a:p>
          <a:p>
            <a:endParaRPr lang="en-IN" dirty="0"/>
          </a:p>
        </p:txBody>
      </p:sp>
    </p:spTree>
    <p:extLst>
      <p:ext uri="{BB962C8B-B14F-4D97-AF65-F5344CB8AC3E}">
        <p14:creationId xmlns:p14="http://schemas.microsoft.com/office/powerpoint/2010/main" val="1085224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B2969-4E87-3F82-6ADF-4D089FA222A5}"/>
              </a:ext>
            </a:extLst>
          </p:cNvPr>
          <p:cNvSpPr>
            <a:spLocks noGrp="1"/>
          </p:cNvSpPr>
          <p:nvPr>
            <p:ph type="title"/>
          </p:nvPr>
        </p:nvSpPr>
        <p:spPr/>
        <p:txBody>
          <a:bodyPr/>
          <a:lstStyle/>
          <a:p>
            <a:r>
              <a:rPr lang="en" dirty="0"/>
              <a:t>Understanding KPIs</a:t>
            </a:r>
            <a:endParaRPr lang="en-IN" dirty="0"/>
          </a:p>
        </p:txBody>
      </p:sp>
      <p:sp>
        <p:nvSpPr>
          <p:cNvPr id="3" name="Content Placeholder 2">
            <a:extLst>
              <a:ext uri="{FF2B5EF4-FFF2-40B4-BE49-F238E27FC236}">
                <a16:creationId xmlns:a16="http://schemas.microsoft.com/office/drawing/2014/main" id="{EA7D5310-FC62-27AB-3383-C1EACB2D0842}"/>
              </a:ext>
            </a:extLst>
          </p:cNvPr>
          <p:cNvSpPr>
            <a:spLocks noGrp="1"/>
          </p:cNvSpPr>
          <p:nvPr>
            <p:ph idx="1"/>
          </p:nvPr>
        </p:nvSpPr>
        <p:spPr/>
        <p:txBody>
          <a:bodyPr/>
          <a:lstStyle/>
          <a:p>
            <a:pPr marL="139700" lvl="0" indent="0">
              <a:spcBef>
                <a:spcPts val="0"/>
              </a:spcBef>
              <a:spcAft>
                <a:spcPts val="0"/>
              </a:spcAft>
              <a:buSzPts val="1400"/>
              <a:buNone/>
            </a:pPr>
            <a:r>
              <a:rPr lang="en-US" b="1" dirty="0"/>
              <a:t>1. </a:t>
            </a:r>
            <a:r>
              <a:rPr lang="en-US" b="1" u="sng" dirty="0"/>
              <a:t>Average Licensed Bed Occupancy Rate</a:t>
            </a:r>
          </a:p>
          <a:p>
            <a:pPr marL="0" lvl="0" indent="0">
              <a:spcBef>
                <a:spcPts val="1600"/>
              </a:spcBef>
              <a:spcAft>
                <a:spcPts val="0"/>
              </a:spcAft>
              <a:buNone/>
            </a:pPr>
            <a:r>
              <a:rPr lang="en-US" sz="2400" dirty="0"/>
              <a:t>This metric is recorded internally and expressed as a percentage. It represents the proportion of licensed hospital beds that are occupied over a specified period and is calculated as</a:t>
            </a:r>
            <a:endParaRPr lang="en-IN" dirty="0"/>
          </a:p>
        </p:txBody>
      </p:sp>
      <p:pic>
        <p:nvPicPr>
          <p:cNvPr id="4" name="Google Shape;92;p16" title="Screenshot 2025-03-21 at 12.19.52 PM.png">
            <a:extLst>
              <a:ext uri="{FF2B5EF4-FFF2-40B4-BE49-F238E27FC236}">
                <a16:creationId xmlns:a16="http://schemas.microsoft.com/office/drawing/2014/main" id="{088327F4-F7F3-DC7E-3A18-B20A061260E0}"/>
              </a:ext>
            </a:extLst>
          </p:cNvPr>
          <p:cNvPicPr preferRelativeResize="0"/>
          <p:nvPr/>
        </p:nvPicPr>
        <p:blipFill>
          <a:blip r:embed="rId2">
            <a:alphaModFix/>
          </a:blip>
          <a:stretch>
            <a:fillRect/>
          </a:stretch>
        </p:blipFill>
        <p:spPr>
          <a:xfrm>
            <a:off x="2692151" y="4058491"/>
            <a:ext cx="6384025" cy="858575"/>
          </a:xfrm>
          <a:prstGeom prst="rect">
            <a:avLst/>
          </a:prstGeom>
          <a:noFill/>
          <a:ln>
            <a:noFill/>
          </a:ln>
        </p:spPr>
      </p:pic>
    </p:spTree>
    <p:extLst>
      <p:ext uri="{BB962C8B-B14F-4D97-AF65-F5344CB8AC3E}">
        <p14:creationId xmlns:p14="http://schemas.microsoft.com/office/powerpoint/2010/main" val="1077066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4CC5-7D9A-EF8D-7AD2-6A991C63A01B}"/>
              </a:ext>
            </a:extLst>
          </p:cNvPr>
          <p:cNvSpPr>
            <a:spLocks noGrp="1"/>
          </p:cNvSpPr>
          <p:nvPr>
            <p:ph type="title"/>
          </p:nvPr>
        </p:nvSpPr>
        <p:spPr/>
        <p:txBody>
          <a:bodyPr/>
          <a:lstStyle/>
          <a:p>
            <a:r>
              <a:rPr lang="en" dirty="0"/>
              <a:t>Understanding KPIs</a:t>
            </a:r>
            <a:endParaRPr lang="en-IN" dirty="0"/>
          </a:p>
        </p:txBody>
      </p:sp>
      <p:sp>
        <p:nvSpPr>
          <p:cNvPr id="3" name="Content Placeholder 2">
            <a:extLst>
              <a:ext uri="{FF2B5EF4-FFF2-40B4-BE49-F238E27FC236}">
                <a16:creationId xmlns:a16="http://schemas.microsoft.com/office/drawing/2014/main" id="{8D701493-0C5D-4ABD-B8F6-92D609025645}"/>
              </a:ext>
            </a:extLst>
          </p:cNvPr>
          <p:cNvSpPr>
            <a:spLocks noGrp="1"/>
          </p:cNvSpPr>
          <p:nvPr>
            <p:ph idx="1"/>
          </p:nvPr>
        </p:nvSpPr>
        <p:spPr/>
        <p:txBody>
          <a:bodyPr/>
          <a:lstStyle/>
          <a:p>
            <a:pPr marL="0" lvl="0" indent="0">
              <a:spcBef>
                <a:spcPts val="0"/>
              </a:spcBef>
              <a:spcAft>
                <a:spcPts val="0"/>
              </a:spcAft>
              <a:buNone/>
            </a:pPr>
            <a:r>
              <a:rPr lang="en-US" b="1" dirty="0"/>
              <a:t>2. </a:t>
            </a:r>
            <a:r>
              <a:rPr lang="en-US" b="1" u="sng" dirty="0"/>
              <a:t>Staff Responsiveness Top Box Score</a:t>
            </a:r>
          </a:p>
          <a:p>
            <a:r>
              <a:rPr lang="en-US" sz="2400" dirty="0"/>
              <a:t>The HCAHPS survey, administered to patients after discharge, evaluates staff responsiveness using two primary questions:</a:t>
            </a:r>
          </a:p>
          <a:p>
            <a:r>
              <a:rPr lang="en-US" sz="2400" b="1" dirty="0"/>
              <a:t>Q1.</a:t>
            </a:r>
            <a:r>
              <a:rPr lang="en-US" sz="2400" dirty="0"/>
              <a:t> How frequently did hospital staff provide assistance soon after you pressed the call button?</a:t>
            </a:r>
            <a:br>
              <a:rPr lang="en-US" sz="2400" dirty="0"/>
            </a:br>
            <a:r>
              <a:rPr lang="en-US" sz="2400" b="1" dirty="0"/>
              <a:t>Q2.</a:t>
            </a:r>
            <a:r>
              <a:rPr lang="en-US" sz="2400" dirty="0"/>
              <a:t> How often did you receive prompt help with bathroom needs or the use of a bedpan?</a:t>
            </a:r>
          </a:p>
          <a:p>
            <a:pPr marL="0" lvl="0" indent="0">
              <a:spcBef>
                <a:spcPts val="0"/>
              </a:spcBef>
              <a:spcAft>
                <a:spcPts val="0"/>
              </a:spcAft>
              <a:buNone/>
            </a:pPr>
            <a:r>
              <a:rPr lang="en-US" sz="2400" dirty="0"/>
              <a:t>It is calculated as:</a:t>
            </a:r>
          </a:p>
          <a:p>
            <a:endParaRPr lang="en-IN" dirty="0"/>
          </a:p>
        </p:txBody>
      </p:sp>
      <p:pic>
        <p:nvPicPr>
          <p:cNvPr id="4" name="Google Shape;99;p17" title="Screenshot 2025-03-21 at 12.24.01 PM.png">
            <a:extLst>
              <a:ext uri="{FF2B5EF4-FFF2-40B4-BE49-F238E27FC236}">
                <a16:creationId xmlns:a16="http://schemas.microsoft.com/office/drawing/2014/main" id="{6455DE4D-E1E2-3278-2246-69F0EF24C929}"/>
              </a:ext>
            </a:extLst>
          </p:cNvPr>
          <p:cNvPicPr preferRelativeResize="0"/>
          <p:nvPr/>
        </p:nvPicPr>
        <p:blipFill>
          <a:blip r:embed="rId2">
            <a:alphaModFix/>
          </a:blip>
          <a:stretch>
            <a:fillRect/>
          </a:stretch>
        </p:blipFill>
        <p:spPr>
          <a:xfrm>
            <a:off x="1024128" y="5645899"/>
            <a:ext cx="10143743" cy="864629"/>
          </a:xfrm>
          <a:prstGeom prst="rect">
            <a:avLst/>
          </a:prstGeom>
          <a:noFill/>
          <a:ln>
            <a:noFill/>
          </a:ln>
        </p:spPr>
      </p:pic>
    </p:spTree>
    <p:extLst>
      <p:ext uri="{BB962C8B-B14F-4D97-AF65-F5344CB8AC3E}">
        <p14:creationId xmlns:p14="http://schemas.microsoft.com/office/powerpoint/2010/main" val="824845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860C-2A1D-FE77-2500-86EFBC5614EC}"/>
              </a:ext>
            </a:extLst>
          </p:cNvPr>
          <p:cNvSpPr>
            <a:spLocks noGrp="1"/>
          </p:cNvSpPr>
          <p:nvPr>
            <p:ph type="title"/>
          </p:nvPr>
        </p:nvSpPr>
        <p:spPr/>
        <p:txBody>
          <a:bodyPr/>
          <a:lstStyle/>
          <a:p>
            <a:r>
              <a:rPr lang="en" dirty="0"/>
              <a:t>Understanding KPIs</a:t>
            </a:r>
            <a:endParaRPr lang="en-IN" dirty="0"/>
          </a:p>
        </p:txBody>
      </p:sp>
      <p:sp>
        <p:nvSpPr>
          <p:cNvPr id="3" name="Content Placeholder 2">
            <a:extLst>
              <a:ext uri="{FF2B5EF4-FFF2-40B4-BE49-F238E27FC236}">
                <a16:creationId xmlns:a16="http://schemas.microsoft.com/office/drawing/2014/main" id="{846C7685-C111-1D1A-5F5B-5344E7204B59}"/>
              </a:ext>
            </a:extLst>
          </p:cNvPr>
          <p:cNvSpPr>
            <a:spLocks noGrp="1"/>
          </p:cNvSpPr>
          <p:nvPr>
            <p:ph idx="1"/>
          </p:nvPr>
        </p:nvSpPr>
        <p:spPr/>
        <p:txBody>
          <a:bodyPr/>
          <a:lstStyle/>
          <a:p>
            <a:pPr marL="0" lvl="0" indent="0">
              <a:spcBef>
                <a:spcPts val="0"/>
              </a:spcBef>
              <a:spcAft>
                <a:spcPts val="0"/>
              </a:spcAft>
              <a:buNone/>
            </a:pPr>
            <a:r>
              <a:rPr lang="en-US" b="1" dirty="0"/>
              <a:t>3.</a:t>
            </a:r>
            <a:r>
              <a:rPr lang="en-US" b="1" u="sng" dirty="0"/>
              <a:t> Unassisted Patient Falls per 1,000 Patient Days</a:t>
            </a:r>
          </a:p>
          <a:p>
            <a:pPr marL="0" lvl="0" indent="0">
              <a:spcBef>
                <a:spcPts val="0"/>
              </a:spcBef>
              <a:spcAft>
                <a:spcPts val="0"/>
              </a:spcAft>
              <a:buNone/>
            </a:pPr>
            <a:endParaRPr lang="en-US" b="1" u="sng" dirty="0"/>
          </a:p>
          <a:p>
            <a:pPr marL="0" lvl="0" indent="0">
              <a:spcBef>
                <a:spcPts val="0"/>
              </a:spcBef>
              <a:spcAft>
                <a:spcPts val="0"/>
              </a:spcAft>
              <a:buNone/>
            </a:pPr>
            <a:r>
              <a:rPr lang="en-US" sz="2400" dirty="0"/>
              <a:t>This metric is reported by the National Database of Nursing Quality Indicators (NDNQI). A patient fall is described as an unintended drop to the ground, whether or not an injury occurs. Unassisted falls occur when no healthcare staff member is present to support the patient. This indicator is calculated as:</a:t>
            </a:r>
            <a:endParaRPr lang="en-US" dirty="0"/>
          </a:p>
          <a:p>
            <a:endParaRPr lang="en-IN" dirty="0"/>
          </a:p>
        </p:txBody>
      </p:sp>
      <p:pic>
        <p:nvPicPr>
          <p:cNvPr id="4" name="Google Shape;106;p18" title="Screenshot 2025-03-21 at 12.27.35 PM.png">
            <a:extLst>
              <a:ext uri="{FF2B5EF4-FFF2-40B4-BE49-F238E27FC236}">
                <a16:creationId xmlns:a16="http://schemas.microsoft.com/office/drawing/2014/main" id="{68AB1B90-1190-80AC-BCE9-5B90DAB8ACD4}"/>
              </a:ext>
            </a:extLst>
          </p:cNvPr>
          <p:cNvPicPr preferRelativeResize="0"/>
          <p:nvPr/>
        </p:nvPicPr>
        <p:blipFill>
          <a:blip r:embed="rId2">
            <a:alphaModFix/>
          </a:blip>
          <a:stretch>
            <a:fillRect/>
          </a:stretch>
        </p:blipFill>
        <p:spPr>
          <a:xfrm>
            <a:off x="2974670" y="4564458"/>
            <a:ext cx="4991375" cy="1001675"/>
          </a:xfrm>
          <a:prstGeom prst="rect">
            <a:avLst/>
          </a:prstGeom>
          <a:noFill/>
          <a:ln>
            <a:noFill/>
          </a:ln>
        </p:spPr>
      </p:pic>
    </p:spTree>
    <p:extLst>
      <p:ext uri="{BB962C8B-B14F-4D97-AF65-F5344CB8AC3E}">
        <p14:creationId xmlns:p14="http://schemas.microsoft.com/office/powerpoint/2010/main" val="4024276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F8000-CC7F-B9BF-42D1-E7796B31CC1F}"/>
              </a:ext>
            </a:extLst>
          </p:cNvPr>
          <p:cNvSpPr>
            <a:spLocks noGrp="1"/>
          </p:cNvSpPr>
          <p:nvPr>
            <p:ph type="title"/>
          </p:nvPr>
        </p:nvSpPr>
        <p:spPr/>
        <p:txBody>
          <a:bodyPr/>
          <a:lstStyle/>
          <a:p>
            <a:r>
              <a:rPr lang="en" dirty="0"/>
              <a:t>Relationship between the KPIs</a:t>
            </a:r>
            <a:endParaRPr lang="en-IN" dirty="0"/>
          </a:p>
        </p:txBody>
      </p:sp>
      <p:sp>
        <p:nvSpPr>
          <p:cNvPr id="3" name="Content Placeholder 2">
            <a:extLst>
              <a:ext uri="{FF2B5EF4-FFF2-40B4-BE49-F238E27FC236}">
                <a16:creationId xmlns:a16="http://schemas.microsoft.com/office/drawing/2014/main" id="{174157DF-565B-7201-B3AD-CCD18F364501}"/>
              </a:ext>
            </a:extLst>
          </p:cNvPr>
          <p:cNvSpPr>
            <a:spLocks noGrp="1"/>
          </p:cNvSpPr>
          <p:nvPr>
            <p:ph sz="half" idx="1"/>
          </p:nvPr>
        </p:nvSpPr>
        <p:spPr/>
        <p:txBody>
          <a:bodyPr>
            <a:normAutofit fontScale="92500"/>
          </a:bodyPr>
          <a:lstStyle/>
          <a:p>
            <a:pPr marL="457200" lvl="0" indent="-311150">
              <a:spcAft>
                <a:spcPts val="0"/>
              </a:spcAft>
              <a:buSzPts val="1300"/>
              <a:buChar char="●"/>
            </a:pPr>
            <a:r>
              <a:rPr lang="en-US" sz="2400" dirty="0"/>
              <a:t>Bed Occupancy Rate &amp; Fall Rate per 1,000 Patient Days: 0.70 </a:t>
            </a:r>
            <a:r>
              <a:rPr lang="en-US" sz="2400" dirty="0">
                <a:solidFill>
                  <a:srgbClr val="FF0000"/>
                </a:solidFill>
              </a:rPr>
              <a:t>(Strong positive correlation)</a:t>
            </a:r>
          </a:p>
          <a:p>
            <a:pPr marL="457200" lvl="0" indent="0">
              <a:spcAft>
                <a:spcPts val="0"/>
              </a:spcAft>
              <a:buNone/>
            </a:pPr>
            <a:endParaRPr lang="en-US" sz="2400" dirty="0">
              <a:solidFill>
                <a:schemeClr val="accent3"/>
              </a:solidFill>
            </a:endParaRPr>
          </a:p>
          <a:p>
            <a:pPr marL="457200" lvl="0" indent="-311150">
              <a:spcAft>
                <a:spcPts val="0"/>
              </a:spcAft>
              <a:buSzPts val="1300"/>
              <a:buChar char="●"/>
            </a:pPr>
            <a:r>
              <a:rPr lang="en-US" sz="2400" dirty="0"/>
              <a:t>Bed Occupancy Rate &amp; Staff Responsiveness Score: -0.37 </a:t>
            </a:r>
            <a:r>
              <a:rPr lang="en-US" sz="2400" dirty="0">
                <a:solidFill>
                  <a:schemeClr val="accent2">
                    <a:lumMod val="60000"/>
                    <a:lumOff val="40000"/>
                  </a:schemeClr>
                </a:solidFill>
              </a:rPr>
              <a:t>(Moderate negative correlation)</a:t>
            </a:r>
          </a:p>
          <a:p>
            <a:pPr marL="457200" lvl="0" indent="0">
              <a:spcAft>
                <a:spcPts val="0"/>
              </a:spcAft>
              <a:buNone/>
            </a:pPr>
            <a:endParaRPr lang="en-US" sz="2400" dirty="0">
              <a:solidFill>
                <a:schemeClr val="dk1"/>
              </a:solidFill>
            </a:endParaRPr>
          </a:p>
          <a:p>
            <a:pPr marL="457200" lvl="0" indent="-311150">
              <a:spcAft>
                <a:spcPts val="0"/>
              </a:spcAft>
              <a:buSzPts val="1300"/>
              <a:buChar char="●"/>
            </a:pPr>
            <a:r>
              <a:rPr lang="en-US" sz="2400" dirty="0"/>
              <a:t>Fall Rate per 1,000 Patient Days &amp; Staff </a:t>
            </a:r>
            <a:r>
              <a:rPr lang="en-US" sz="2400"/>
              <a:t>Responsiveness Score:      -</a:t>
            </a:r>
            <a:r>
              <a:rPr lang="en-US" sz="2400" dirty="0"/>
              <a:t>0.79 </a:t>
            </a:r>
            <a:r>
              <a:rPr lang="en-US" sz="2400" dirty="0">
                <a:solidFill>
                  <a:srgbClr val="1C4587"/>
                </a:solidFill>
              </a:rPr>
              <a:t>(Strong negative correlation)</a:t>
            </a:r>
          </a:p>
          <a:p>
            <a:pPr marL="457200" lvl="0" indent="0">
              <a:spcAft>
                <a:spcPts val="0"/>
              </a:spcAft>
              <a:buNone/>
            </a:pPr>
            <a:endParaRPr lang="en-US" sz="2400" dirty="0"/>
          </a:p>
          <a:p>
            <a:endParaRPr lang="en-IN" dirty="0"/>
          </a:p>
        </p:txBody>
      </p:sp>
      <p:sp>
        <p:nvSpPr>
          <p:cNvPr id="4" name="Content Placeholder 3">
            <a:extLst>
              <a:ext uri="{FF2B5EF4-FFF2-40B4-BE49-F238E27FC236}">
                <a16:creationId xmlns:a16="http://schemas.microsoft.com/office/drawing/2014/main" id="{DF64435B-2BBA-1ED2-4A10-A48E76EE3FF9}"/>
              </a:ext>
            </a:extLst>
          </p:cNvPr>
          <p:cNvSpPr>
            <a:spLocks noGrp="1"/>
          </p:cNvSpPr>
          <p:nvPr>
            <p:ph sz="half" idx="2"/>
          </p:nvPr>
        </p:nvSpPr>
        <p:spPr/>
        <p:txBody>
          <a:bodyPr>
            <a:normAutofit fontScale="92500"/>
          </a:bodyPr>
          <a:lstStyle/>
          <a:p>
            <a:pPr marL="0" indent="0">
              <a:buNone/>
            </a:pPr>
            <a:r>
              <a:rPr lang="en-US" sz="2400" b="1" dirty="0"/>
              <a:t>Heatmap of Correlations between KPIs</a:t>
            </a:r>
          </a:p>
          <a:p>
            <a:endParaRPr lang="en-IN" dirty="0"/>
          </a:p>
        </p:txBody>
      </p:sp>
      <p:pic>
        <p:nvPicPr>
          <p:cNvPr id="6" name="Google Shape;114;p19" title="KPI_heatmap.png">
            <a:extLst>
              <a:ext uri="{FF2B5EF4-FFF2-40B4-BE49-F238E27FC236}">
                <a16:creationId xmlns:a16="http://schemas.microsoft.com/office/drawing/2014/main" id="{D3D5A7DA-273D-1BC4-655D-DDC8FEC3D154}"/>
              </a:ext>
            </a:extLst>
          </p:cNvPr>
          <p:cNvPicPr preferRelativeResize="0"/>
          <p:nvPr/>
        </p:nvPicPr>
        <p:blipFill>
          <a:blip r:embed="rId2">
            <a:alphaModFix/>
          </a:blip>
          <a:stretch>
            <a:fillRect/>
          </a:stretch>
        </p:blipFill>
        <p:spPr>
          <a:xfrm>
            <a:off x="5989320" y="3020082"/>
            <a:ext cx="4780761" cy="3506174"/>
          </a:xfrm>
          <a:prstGeom prst="rect">
            <a:avLst/>
          </a:prstGeom>
          <a:noFill/>
          <a:ln>
            <a:noFill/>
          </a:ln>
        </p:spPr>
      </p:pic>
    </p:spTree>
    <p:extLst>
      <p:ext uri="{BB962C8B-B14F-4D97-AF65-F5344CB8AC3E}">
        <p14:creationId xmlns:p14="http://schemas.microsoft.com/office/powerpoint/2010/main" val="914654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ABD3-CEA7-90B6-425C-1F0C7FD1AFA5}"/>
              </a:ext>
            </a:extLst>
          </p:cNvPr>
          <p:cNvSpPr>
            <a:spLocks noGrp="1"/>
          </p:cNvSpPr>
          <p:nvPr>
            <p:ph type="title"/>
          </p:nvPr>
        </p:nvSpPr>
        <p:spPr/>
        <p:txBody>
          <a:bodyPr/>
          <a:lstStyle/>
          <a:p>
            <a:r>
              <a:rPr lang="en" dirty="0"/>
              <a:t>Relationship between the KPIs</a:t>
            </a:r>
            <a:endParaRPr lang="en-IN" dirty="0"/>
          </a:p>
        </p:txBody>
      </p:sp>
      <p:sp>
        <p:nvSpPr>
          <p:cNvPr id="3" name="Content Placeholder 2">
            <a:extLst>
              <a:ext uri="{FF2B5EF4-FFF2-40B4-BE49-F238E27FC236}">
                <a16:creationId xmlns:a16="http://schemas.microsoft.com/office/drawing/2014/main" id="{874738DB-DD14-40A7-77D7-D5EEA9CE147D}"/>
              </a:ext>
            </a:extLst>
          </p:cNvPr>
          <p:cNvSpPr>
            <a:spLocks noGrp="1"/>
          </p:cNvSpPr>
          <p:nvPr>
            <p:ph idx="1"/>
          </p:nvPr>
        </p:nvSpPr>
        <p:spPr/>
        <p:txBody>
          <a:bodyPr/>
          <a:lstStyle/>
          <a:p>
            <a:pPr marL="457200" lvl="0" indent="-311150">
              <a:spcAft>
                <a:spcPts val="0"/>
              </a:spcAft>
              <a:buSzPts val="1300"/>
              <a:buChar char="●"/>
            </a:pPr>
            <a:r>
              <a:rPr lang="en-US" sz="2400" b="1" dirty="0"/>
              <a:t>Bed Occupancy Rate &amp; Fall Rate per 1,000 Patient Days: 0.70 </a:t>
            </a:r>
            <a:r>
              <a:rPr lang="en-US" sz="2400" b="1" dirty="0">
                <a:solidFill>
                  <a:srgbClr val="FF0000"/>
                </a:solidFill>
              </a:rPr>
              <a:t>(Strong positive correlation)</a:t>
            </a:r>
          </a:p>
          <a:p>
            <a:pPr marL="457200" lvl="0" indent="0">
              <a:spcAft>
                <a:spcPts val="0"/>
              </a:spcAft>
              <a:buNone/>
            </a:pPr>
            <a:r>
              <a:rPr lang="en-US" sz="2400" dirty="0"/>
              <a:t>As the bed occupancy rate rises, the rate of unassisted patient falls also tends to increase.</a:t>
            </a:r>
            <a:br>
              <a:rPr lang="en-US" sz="2400" dirty="0"/>
            </a:br>
            <a:r>
              <a:rPr lang="en-US" sz="2400" b="1" dirty="0"/>
              <a:t>Interpretation:</a:t>
            </a:r>
            <a:r>
              <a:rPr lang="en-US" sz="2400" dirty="0"/>
              <a:t> Higher bed occupancy levels (i.e., more hospitalized patients) may place additional strain on hospital staff, potentially leading to an increase in fall incidents. This highlights a possible need for improved staffing levels or enhanced patient monitoring during periods of high occupancy.</a:t>
            </a:r>
            <a:endParaRPr lang="en-IN" dirty="0"/>
          </a:p>
        </p:txBody>
      </p:sp>
    </p:spTree>
    <p:extLst>
      <p:ext uri="{BB962C8B-B14F-4D97-AF65-F5344CB8AC3E}">
        <p14:creationId xmlns:p14="http://schemas.microsoft.com/office/powerpoint/2010/main" val="1213796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9EE67-DFAF-44ED-B57D-EB5A056F7350}"/>
              </a:ext>
            </a:extLst>
          </p:cNvPr>
          <p:cNvSpPr>
            <a:spLocks noGrp="1"/>
          </p:cNvSpPr>
          <p:nvPr>
            <p:ph type="title"/>
          </p:nvPr>
        </p:nvSpPr>
        <p:spPr/>
        <p:txBody>
          <a:bodyPr/>
          <a:lstStyle/>
          <a:p>
            <a:r>
              <a:rPr lang="en" dirty="0"/>
              <a:t>Relationship between the KPIs</a:t>
            </a:r>
            <a:endParaRPr lang="en-IN" dirty="0"/>
          </a:p>
        </p:txBody>
      </p:sp>
      <p:sp>
        <p:nvSpPr>
          <p:cNvPr id="3" name="Content Placeholder 2">
            <a:extLst>
              <a:ext uri="{FF2B5EF4-FFF2-40B4-BE49-F238E27FC236}">
                <a16:creationId xmlns:a16="http://schemas.microsoft.com/office/drawing/2014/main" id="{3F6060B8-8CE6-C10F-0A8E-7AE5122BF308}"/>
              </a:ext>
            </a:extLst>
          </p:cNvPr>
          <p:cNvSpPr>
            <a:spLocks noGrp="1"/>
          </p:cNvSpPr>
          <p:nvPr>
            <p:ph idx="1"/>
          </p:nvPr>
        </p:nvSpPr>
        <p:spPr/>
        <p:txBody>
          <a:bodyPr/>
          <a:lstStyle/>
          <a:p>
            <a:pPr marL="457200" lvl="0" indent="-311150">
              <a:spcAft>
                <a:spcPts val="0"/>
              </a:spcAft>
              <a:buSzPts val="1300"/>
              <a:buChar char="●"/>
            </a:pPr>
            <a:r>
              <a:rPr lang="en-US" sz="2400" b="1" dirty="0"/>
              <a:t>Bed Occupancy Rate &amp; Staff Responsiveness Score: -0.37 </a:t>
            </a:r>
            <a:r>
              <a:rPr lang="en-US" sz="2400" b="1" dirty="0">
                <a:solidFill>
                  <a:schemeClr val="accent2">
                    <a:lumMod val="60000"/>
                    <a:lumOff val="40000"/>
                  </a:schemeClr>
                </a:solidFill>
              </a:rPr>
              <a:t>(Moderate negative correlation)</a:t>
            </a:r>
          </a:p>
          <a:p>
            <a:pPr marL="457200" lvl="0" indent="0">
              <a:lnSpc>
                <a:spcPct val="100000"/>
              </a:lnSpc>
              <a:spcAft>
                <a:spcPts val="0"/>
              </a:spcAft>
              <a:buNone/>
            </a:pPr>
            <a:r>
              <a:rPr lang="en-US" sz="2400" dirty="0"/>
              <a:t>As bed occupancy levels rise, staff responsiveness scores show a slight decline.</a:t>
            </a:r>
            <a:br>
              <a:rPr lang="en-US" sz="2400" dirty="0"/>
            </a:br>
            <a:r>
              <a:rPr lang="en-US" sz="2400" b="1" dirty="0"/>
              <a:t>Interpretation:</a:t>
            </a:r>
            <a:r>
              <a:rPr lang="en-US" sz="2400" dirty="0"/>
              <a:t> Increased occupancy may place added pressure on hospital staff, which can negatively impact their ability to respond promptly to patient needs. This suggests a potential need for improved resource allocation or targeted training during periods of high demand.</a:t>
            </a:r>
            <a:endParaRPr lang="en-IN" dirty="0"/>
          </a:p>
        </p:txBody>
      </p:sp>
    </p:spTree>
    <p:extLst>
      <p:ext uri="{BB962C8B-B14F-4D97-AF65-F5344CB8AC3E}">
        <p14:creationId xmlns:p14="http://schemas.microsoft.com/office/powerpoint/2010/main" val="3162161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2809-874E-EF32-6B67-084B11EC0ABE}"/>
              </a:ext>
            </a:extLst>
          </p:cNvPr>
          <p:cNvSpPr>
            <a:spLocks noGrp="1"/>
          </p:cNvSpPr>
          <p:nvPr>
            <p:ph type="title"/>
          </p:nvPr>
        </p:nvSpPr>
        <p:spPr/>
        <p:txBody>
          <a:bodyPr/>
          <a:lstStyle/>
          <a:p>
            <a:r>
              <a:rPr lang="en" dirty="0"/>
              <a:t>Relationship between the KPIs</a:t>
            </a:r>
            <a:endParaRPr lang="en-IN" dirty="0"/>
          </a:p>
        </p:txBody>
      </p:sp>
      <p:sp>
        <p:nvSpPr>
          <p:cNvPr id="3" name="Content Placeholder 2">
            <a:extLst>
              <a:ext uri="{FF2B5EF4-FFF2-40B4-BE49-F238E27FC236}">
                <a16:creationId xmlns:a16="http://schemas.microsoft.com/office/drawing/2014/main" id="{E7001310-4016-09FD-2D2E-4672B49CD3B7}"/>
              </a:ext>
            </a:extLst>
          </p:cNvPr>
          <p:cNvSpPr>
            <a:spLocks noGrp="1"/>
          </p:cNvSpPr>
          <p:nvPr>
            <p:ph idx="1"/>
          </p:nvPr>
        </p:nvSpPr>
        <p:spPr/>
        <p:txBody>
          <a:bodyPr/>
          <a:lstStyle/>
          <a:p>
            <a:pPr marL="457200" lvl="0" indent="-311150">
              <a:spcAft>
                <a:spcPts val="0"/>
              </a:spcAft>
              <a:buSzPts val="1300"/>
              <a:buChar char="●"/>
            </a:pPr>
            <a:r>
              <a:rPr lang="en-US" sz="2400" b="1" dirty="0"/>
              <a:t>Fall Rate per 1,000 Patient Days &amp; Staff Responsiveness Score: -0.79 </a:t>
            </a:r>
            <a:r>
              <a:rPr lang="en-US" sz="2400" b="1" dirty="0">
                <a:solidFill>
                  <a:srgbClr val="1C4587"/>
                </a:solidFill>
              </a:rPr>
              <a:t>(Strong negative correlation)</a:t>
            </a:r>
            <a:endParaRPr lang="en-US" sz="2400" b="1" dirty="0">
              <a:solidFill>
                <a:schemeClr val="accent3"/>
              </a:solidFill>
            </a:endParaRPr>
          </a:p>
          <a:p>
            <a:pPr marL="457200" lvl="0" indent="0">
              <a:lnSpc>
                <a:spcPct val="100000"/>
              </a:lnSpc>
              <a:spcAft>
                <a:spcPts val="0"/>
              </a:spcAft>
              <a:buNone/>
            </a:pPr>
            <a:r>
              <a:rPr lang="en-US" sz="2400" dirty="0"/>
              <a:t>As staff responsiveness scores increase, the rate of patient falls generally decreases.</a:t>
            </a:r>
            <a:br>
              <a:rPr lang="en-US" sz="2400" dirty="0"/>
            </a:br>
            <a:r>
              <a:rPr lang="en-US" sz="2400" b="1" dirty="0"/>
              <a:t>Interpretation:</a:t>
            </a:r>
            <a:r>
              <a:rPr lang="en-US" sz="2400" dirty="0"/>
              <a:t> Higher levels of staff responsiveness are strongly associated with reduced fall rates, as attentive and prompt staff are more likely to anticipate patient needs, enhance safety, and help prevent falls.</a:t>
            </a:r>
            <a:endParaRPr lang="en-IN" dirty="0"/>
          </a:p>
        </p:txBody>
      </p:sp>
    </p:spTree>
    <p:extLst>
      <p:ext uri="{BB962C8B-B14F-4D97-AF65-F5344CB8AC3E}">
        <p14:creationId xmlns:p14="http://schemas.microsoft.com/office/powerpoint/2010/main" val="3657053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8980-8163-C819-FBDD-4D35EFD92007}"/>
              </a:ext>
            </a:extLst>
          </p:cNvPr>
          <p:cNvSpPr>
            <a:spLocks noGrp="1"/>
          </p:cNvSpPr>
          <p:nvPr>
            <p:ph type="title"/>
          </p:nvPr>
        </p:nvSpPr>
        <p:spPr/>
        <p:txBody>
          <a:bodyPr/>
          <a:lstStyle/>
          <a:p>
            <a:r>
              <a:rPr lang="en" dirty="0"/>
              <a:t>Relationship between the KPIs</a:t>
            </a:r>
            <a:endParaRPr lang="en-IN" dirty="0"/>
          </a:p>
        </p:txBody>
      </p:sp>
      <p:sp>
        <p:nvSpPr>
          <p:cNvPr id="3" name="Content Placeholder 2">
            <a:extLst>
              <a:ext uri="{FF2B5EF4-FFF2-40B4-BE49-F238E27FC236}">
                <a16:creationId xmlns:a16="http://schemas.microsoft.com/office/drawing/2014/main" id="{5873D10E-7356-2848-B572-B05ED955BB5E}"/>
              </a:ext>
            </a:extLst>
          </p:cNvPr>
          <p:cNvSpPr>
            <a:spLocks noGrp="1"/>
          </p:cNvSpPr>
          <p:nvPr>
            <p:ph idx="1"/>
          </p:nvPr>
        </p:nvSpPr>
        <p:spPr/>
        <p:txBody>
          <a:bodyPr/>
          <a:lstStyle/>
          <a:p>
            <a:pPr marL="0" lvl="0" indent="0">
              <a:lnSpc>
                <a:spcPct val="100000"/>
              </a:lnSpc>
              <a:spcAft>
                <a:spcPts val="0"/>
              </a:spcAft>
              <a:buNone/>
            </a:pPr>
            <a:r>
              <a:rPr lang="en-US" sz="2400" b="1" dirty="0"/>
              <a:t>Summary of Relationships between the KPIs:</a:t>
            </a:r>
          </a:p>
          <a:p>
            <a:pPr marL="0" lvl="0" indent="0">
              <a:lnSpc>
                <a:spcPct val="100000"/>
              </a:lnSpc>
              <a:spcAft>
                <a:spcPts val="0"/>
              </a:spcAft>
              <a:buNone/>
            </a:pPr>
            <a:r>
              <a:rPr lang="en-US" sz="2400" dirty="0"/>
              <a:t>Increased bed occupancy is linked to higher fall rates and a modest decline in staff responsiveness. This suggests that hospitals must ensure rising occupancy levels do not place excessive strain on staff, which could negatively affect patient safety and quality of care. Additionally, stronger staff responsiveness is closely associated with lower fall rates, highlighting that improved responsiveness enhances patient safety and helps reduce the occurrence of falls.</a:t>
            </a:r>
            <a:endParaRPr lang="en-IN" dirty="0"/>
          </a:p>
        </p:txBody>
      </p:sp>
    </p:spTree>
    <p:extLst>
      <p:ext uri="{BB962C8B-B14F-4D97-AF65-F5344CB8AC3E}">
        <p14:creationId xmlns:p14="http://schemas.microsoft.com/office/powerpoint/2010/main" val="355072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7EFF3-C893-3C9E-5861-820A4F8B74F4}"/>
              </a:ext>
            </a:extLst>
          </p:cNvPr>
          <p:cNvSpPr>
            <a:spLocks noGrp="1"/>
          </p:cNvSpPr>
          <p:nvPr>
            <p:ph type="title"/>
          </p:nvPr>
        </p:nvSpPr>
        <p:spPr/>
        <p:txBody>
          <a:bodyPr/>
          <a:lstStyle/>
          <a:p>
            <a:r>
              <a:rPr lang="en" dirty="0"/>
              <a:t>Trends in Data Over Time</a:t>
            </a:r>
            <a:endParaRPr lang="en-IN" dirty="0"/>
          </a:p>
        </p:txBody>
      </p:sp>
      <p:sp>
        <p:nvSpPr>
          <p:cNvPr id="4" name="Content Placeholder 3">
            <a:extLst>
              <a:ext uri="{FF2B5EF4-FFF2-40B4-BE49-F238E27FC236}">
                <a16:creationId xmlns:a16="http://schemas.microsoft.com/office/drawing/2014/main" id="{188CF011-4D4A-028C-E399-4DF9202AE49D}"/>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6EED359E-D058-1089-C6F6-04576ACA9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128" y="2285999"/>
            <a:ext cx="10526244" cy="4150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791082"/>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135E-5BB5-A2FD-CE3F-E350D06F79FC}"/>
              </a:ext>
            </a:extLst>
          </p:cNvPr>
          <p:cNvSpPr>
            <a:spLocks noGrp="1"/>
          </p:cNvSpPr>
          <p:nvPr>
            <p:ph type="title"/>
          </p:nvPr>
        </p:nvSpPr>
        <p:spPr/>
        <p:txBody>
          <a:bodyPr/>
          <a:lstStyle/>
          <a:p>
            <a:r>
              <a:rPr lang="en" dirty="0"/>
              <a:t>Trends in Data Over Time</a:t>
            </a:r>
            <a:endParaRPr lang="en-IN" dirty="0"/>
          </a:p>
        </p:txBody>
      </p:sp>
      <p:sp>
        <p:nvSpPr>
          <p:cNvPr id="3" name="Content Placeholder 2">
            <a:extLst>
              <a:ext uri="{FF2B5EF4-FFF2-40B4-BE49-F238E27FC236}">
                <a16:creationId xmlns:a16="http://schemas.microsoft.com/office/drawing/2014/main" id="{8ECD6ADF-5940-040D-BC47-F4DEC2FE4D2E}"/>
              </a:ext>
            </a:extLst>
          </p:cNvPr>
          <p:cNvSpPr>
            <a:spLocks noGrp="1"/>
          </p:cNvSpPr>
          <p:nvPr>
            <p:ph idx="1"/>
          </p:nvPr>
        </p:nvSpPr>
        <p:spPr/>
        <p:txBody>
          <a:bodyPr/>
          <a:lstStyle/>
          <a:p>
            <a:endParaRPr lang="en-IN" dirty="0"/>
          </a:p>
        </p:txBody>
      </p:sp>
      <p:pic>
        <p:nvPicPr>
          <p:cNvPr id="2056" name="Picture 8">
            <a:extLst>
              <a:ext uri="{FF2B5EF4-FFF2-40B4-BE49-F238E27FC236}">
                <a16:creationId xmlns:a16="http://schemas.microsoft.com/office/drawing/2014/main" id="{C772D63E-260C-E915-6D4C-A0E569BEC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8" y="2286000"/>
            <a:ext cx="10202828" cy="4023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3160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39746-7265-51A7-C604-ABBDA0350BC5}"/>
              </a:ext>
            </a:extLst>
          </p:cNvPr>
          <p:cNvSpPr>
            <a:spLocks noGrp="1"/>
          </p:cNvSpPr>
          <p:nvPr>
            <p:ph type="title"/>
          </p:nvPr>
        </p:nvSpPr>
        <p:spPr/>
        <p:txBody>
          <a:bodyPr/>
          <a:lstStyle/>
          <a:p>
            <a:r>
              <a:rPr lang="en" dirty="0"/>
              <a:t>Trends in Data Over Time</a:t>
            </a:r>
            <a:endParaRPr lang="en-IN" dirty="0"/>
          </a:p>
        </p:txBody>
      </p:sp>
      <p:sp>
        <p:nvSpPr>
          <p:cNvPr id="5" name="Content Placeholder 4">
            <a:extLst>
              <a:ext uri="{FF2B5EF4-FFF2-40B4-BE49-F238E27FC236}">
                <a16:creationId xmlns:a16="http://schemas.microsoft.com/office/drawing/2014/main" id="{9715A621-14D5-1D2A-5FFF-A99D525EF6C1}"/>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8EA71EF5-C14B-6404-EAD2-33AC0DCDF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128" y="2286000"/>
            <a:ext cx="10202828" cy="4023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859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6E54DC-18C6-5D3D-11B5-FEB086DF1B18}"/>
              </a:ext>
            </a:extLst>
          </p:cNvPr>
          <p:cNvPicPr>
            <a:picLocks noChangeAspect="1"/>
          </p:cNvPicPr>
          <p:nvPr/>
        </p:nvPicPr>
        <p:blipFill>
          <a:blip r:embed="rId2"/>
          <a:stretch>
            <a:fillRect/>
          </a:stretch>
        </p:blipFill>
        <p:spPr>
          <a:xfrm>
            <a:off x="0" y="812"/>
            <a:ext cx="12192000" cy="6856376"/>
          </a:xfrm>
          <a:prstGeom prst="rect">
            <a:avLst/>
          </a:prstGeom>
        </p:spPr>
      </p:pic>
    </p:spTree>
    <p:extLst>
      <p:ext uri="{BB962C8B-B14F-4D97-AF65-F5344CB8AC3E}">
        <p14:creationId xmlns:p14="http://schemas.microsoft.com/office/powerpoint/2010/main" val="970896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E73E3-BADF-460B-E807-A5313F673C8D}"/>
              </a:ext>
            </a:extLst>
          </p:cNvPr>
          <p:cNvSpPr>
            <a:spLocks noGrp="1"/>
          </p:cNvSpPr>
          <p:nvPr>
            <p:ph type="title"/>
          </p:nvPr>
        </p:nvSpPr>
        <p:spPr/>
        <p:txBody>
          <a:bodyPr/>
          <a:lstStyle/>
          <a:p>
            <a:r>
              <a:rPr lang="en" dirty="0"/>
              <a:t>Benchmark Comparison</a:t>
            </a:r>
            <a:endParaRPr lang="en-IN" dirty="0"/>
          </a:p>
        </p:txBody>
      </p:sp>
      <p:sp>
        <p:nvSpPr>
          <p:cNvPr id="3" name="Content Placeholder 2">
            <a:extLst>
              <a:ext uri="{FF2B5EF4-FFF2-40B4-BE49-F238E27FC236}">
                <a16:creationId xmlns:a16="http://schemas.microsoft.com/office/drawing/2014/main" id="{CDAB14D5-ADFA-1893-59CA-267B8F63C9C1}"/>
              </a:ext>
            </a:extLst>
          </p:cNvPr>
          <p:cNvSpPr>
            <a:spLocks noGrp="1"/>
          </p:cNvSpPr>
          <p:nvPr>
            <p:ph idx="1"/>
          </p:nvPr>
        </p:nvSpPr>
        <p:spPr/>
        <p:txBody>
          <a:bodyPr/>
          <a:lstStyle/>
          <a:p>
            <a:pPr marL="0" indent="0">
              <a:buNone/>
            </a:pPr>
            <a:r>
              <a:rPr lang="en-US" sz="2400" b="1" dirty="0">
                <a:latin typeface="Roboto SemiBold"/>
                <a:ea typeface="Roboto SemiBold"/>
                <a:cs typeface="Roboto SemiBold"/>
                <a:sym typeface="Roboto SemiBold"/>
              </a:rPr>
              <a:t>Average Licensed Bed Occupancy Rate:</a:t>
            </a:r>
          </a:p>
          <a:p>
            <a:pPr marL="0" lvl="0" indent="0">
              <a:spcBef>
                <a:spcPts val="0"/>
              </a:spcBef>
              <a:spcAft>
                <a:spcPts val="0"/>
              </a:spcAft>
              <a:buNone/>
            </a:pPr>
            <a:r>
              <a:rPr lang="en-US" sz="2400" dirty="0">
                <a:sym typeface="Roboto"/>
              </a:rPr>
              <a:t>LG Hospital: 96.22%</a:t>
            </a:r>
          </a:p>
          <a:p>
            <a:pPr marL="0" lvl="0" indent="0">
              <a:spcBef>
                <a:spcPts val="0"/>
              </a:spcBef>
              <a:spcAft>
                <a:spcPts val="0"/>
              </a:spcAft>
              <a:buNone/>
            </a:pPr>
            <a:r>
              <a:rPr lang="en-US" sz="2400" dirty="0">
                <a:sym typeface="Roboto"/>
              </a:rPr>
              <a:t>U.S. benchmark: ~66%</a:t>
            </a:r>
          </a:p>
          <a:p>
            <a:pPr marL="0" lvl="0" indent="0">
              <a:spcBef>
                <a:spcPts val="0"/>
              </a:spcBef>
              <a:spcAft>
                <a:spcPts val="0"/>
              </a:spcAft>
              <a:buNone/>
            </a:pPr>
            <a:endParaRPr lang="en-US" sz="2400" dirty="0">
              <a:latin typeface="Roboto SemiBold"/>
              <a:sym typeface="Roboto"/>
            </a:endParaRPr>
          </a:p>
          <a:p>
            <a:pPr marL="0" lvl="0" indent="0">
              <a:spcBef>
                <a:spcPts val="0"/>
              </a:spcBef>
              <a:spcAft>
                <a:spcPts val="0"/>
              </a:spcAft>
              <a:buNone/>
            </a:pPr>
            <a:r>
              <a:rPr lang="en-US" sz="2400" b="1" dirty="0">
                <a:latin typeface="Roboto SemiBold"/>
                <a:sym typeface="Roboto"/>
              </a:rPr>
              <a:t>Inference:</a:t>
            </a:r>
          </a:p>
          <a:p>
            <a:pPr marL="0" lvl="0" indent="0">
              <a:spcBef>
                <a:spcPts val="0"/>
              </a:spcBef>
              <a:spcAft>
                <a:spcPts val="0"/>
              </a:spcAft>
              <a:buNone/>
            </a:pPr>
            <a:r>
              <a:rPr lang="en-US" sz="2400" dirty="0"/>
              <a:t>Your facility shows a much higher occupancy rate than the national norm. This may reflect strong patient inflow, effective bed usage, or possible capacity constraints. Maintaining occupancy consistently above 85% could result in overcrowding, pressure on staff, and lower patient satisfaction.</a:t>
            </a:r>
            <a:endParaRPr lang="en-IN" dirty="0"/>
          </a:p>
        </p:txBody>
      </p:sp>
    </p:spTree>
    <p:extLst>
      <p:ext uri="{BB962C8B-B14F-4D97-AF65-F5344CB8AC3E}">
        <p14:creationId xmlns:p14="http://schemas.microsoft.com/office/powerpoint/2010/main" val="3300103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69EE-1891-047D-196C-5B7E421B5D7D}"/>
              </a:ext>
            </a:extLst>
          </p:cNvPr>
          <p:cNvSpPr>
            <a:spLocks noGrp="1"/>
          </p:cNvSpPr>
          <p:nvPr>
            <p:ph type="title"/>
          </p:nvPr>
        </p:nvSpPr>
        <p:spPr/>
        <p:txBody>
          <a:bodyPr/>
          <a:lstStyle/>
          <a:p>
            <a:r>
              <a:rPr lang="en" dirty="0"/>
              <a:t>Benchmark Comparison</a:t>
            </a:r>
            <a:endParaRPr lang="en-IN" dirty="0"/>
          </a:p>
        </p:txBody>
      </p:sp>
      <p:sp>
        <p:nvSpPr>
          <p:cNvPr id="3" name="Content Placeholder 2">
            <a:extLst>
              <a:ext uri="{FF2B5EF4-FFF2-40B4-BE49-F238E27FC236}">
                <a16:creationId xmlns:a16="http://schemas.microsoft.com/office/drawing/2014/main" id="{87EC231F-AD05-034D-2363-EF86A12376BF}"/>
              </a:ext>
            </a:extLst>
          </p:cNvPr>
          <p:cNvSpPr>
            <a:spLocks noGrp="1"/>
          </p:cNvSpPr>
          <p:nvPr>
            <p:ph idx="1"/>
          </p:nvPr>
        </p:nvSpPr>
        <p:spPr/>
        <p:txBody>
          <a:bodyPr/>
          <a:lstStyle/>
          <a:p>
            <a:pPr marL="0" indent="0">
              <a:buNone/>
            </a:pPr>
            <a:r>
              <a:rPr lang="en-US" sz="2400" b="1" dirty="0"/>
              <a:t>Unassisted Fall Rate per 1,000 Patient Days:</a:t>
            </a:r>
          </a:p>
          <a:p>
            <a:pPr marL="0" lvl="0" indent="0">
              <a:spcBef>
                <a:spcPts val="0"/>
              </a:spcBef>
              <a:spcAft>
                <a:spcPts val="0"/>
              </a:spcAft>
              <a:buNone/>
            </a:pPr>
            <a:r>
              <a:rPr lang="en-US" sz="2400" dirty="0">
                <a:sym typeface="Roboto"/>
              </a:rPr>
              <a:t>L.G. Hospital: 2.61 falls per 1,000 patient days</a:t>
            </a:r>
          </a:p>
          <a:p>
            <a:pPr marL="0" lvl="0" indent="0">
              <a:spcBef>
                <a:spcPts val="0"/>
              </a:spcBef>
              <a:spcAft>
                <a:spcPts val="0"/>
              </a:spcAft>
              <a:buNone/>
            </a:pPr>
            <a:r>
              <a:rPr lang="en-US" sz="2400" dirty="0">
                <a:sym typeface="Roboto"/>
              </a:rPr>
              <a:t>Benchmark: 2.3 – 13 falls per 1,000 patient days</a:t>
            </a:r>
          </a:p>
          <a:p>
            <a:pPr marL="0" lvl="0" indent="0">
              <a:spcBef>
                <a:spcPts val="0"/>
              </a:spcBef>
              <a:spcAft>
                <a:spcPts val="0"/>
              </a:spcAft>
              <a:buNone/>
            </a:pPr>
            <a:endParaRPr lang="en-US" sz="2400" b="1" dirty="0">
              <a:sym typeface="Roboto"/>
            </a:endParaRPr>
          </a:p>
          <a:p>
            <a:pPr marL="0" lvl="0" indent="0">
              <a:spcBef>
                <a:spcPts val="0"/>
              </a:spcBef>
              <a:spcAft>
                <a:spcPts val="0"/>
              </a:spcAft>
              <a:buNone/>
            </a:pPr>
            <a:r>
              <a:rPr lang="en-US" sz="2400" b="1" dirty="0">
                <a:sym typeface="Roboto"/>
              </a:rPr>
              <a:t>Inference:</a:t>
            </a:r>
          </a:p>
          <a:p>
            <a:pPr marL="0" lvl="0" indent="0">
              <a:spcBef>
                <a:spcPts val="0"/>
              </a:spcBef>
              <a:spcAft>
                <a:spcPts val="0"/>
              </a:spcAft>
              <a:buNone/>
            </a:pPr>
            <a:r>
              <a:rPr lang="en-US" sz="2400" dirty="0"/>
              <a:t>Your hospital’s fall rate sits at the lower end of the national spectrum, which is encouraging. This indicates effective patient safety practices and fall prevention strategies. Nevertheless, ongoing monitoring is important to avoid rises, particularly when bed occupancy is high.</a:t>
            </a:r>
            <a:endParaRPr lang="en-IN" dirty="0"/>
          </a:p>
        </p:txBody>
      </p:sp>
    </p:spTree>
    <p:extLst>
      <p:ext uri="{BB962C8B-B14F-4D97-AF65-F5344CB8AC3E}">
        <p14:creationId xmlns:p14="http://schemas.microsoft.com/office/powerpoint/2010/main" val="114623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026A-2EEA-24FD-E904-DE01966DBEA0}"/>
              </a:ext>
            </a:extLst>
          </p:cNvPr>
          <p:cNvSpPr>
            <a:spLocks noGrp="1"/>
          </p:cNvSpPr>
          <p:nvPr>
            <p:ph type="title"/>
          </p:nvPr>
        </p:nvSpPr>
        <p:spPr/>
        <p:txBody>
          <a:bodyPr/>
          <a:lstStyle/>
          <a:p>
            <a:r>
              <a:rPr lang="en" dirty="0"/>
              <a:t>Benchmark Comparison</a:t>
            </a:r>
            <a:endParaRPr lang="en-IN" dirty="0"/>
          </a:p>
        </p:txBody>
      </p:sp>
      <p:sp>
        <p:nvSpPr>
          <p:cNvPr id="3" name="Content Placeholder 2">
            <a:extLst>
              <a:ext uri="{FF2B5EF4-FFF2-40B4-BE49-F238E27FC236}">
                <a16:creationId xmlns:a16="http://schemas.microsoft.com/office/drawing/2014/main" id="{6542B9C8-F6AA-E473-46E6-6230EC28F1E5}"/>
              </a:ext>
            </a:extLst>
          </p:cNvPr>
          <p:cNvSpPr>
            <a:spLocks noGrp="1"/>
          </p:cNvSpPr>
          <p:nvPr>
            <p:ph idx="1"/>
          </p:nvPr>
        </p:nvSpPr>
        <p:spPr/>
        <p:txBody>
          <a:bodyPr/>
          <a:lstStyle/>
          <a:p>
            <a:pPr marL="0" indent="0">
              <a:buNone/>
            </a:pPr>
            <a:r>
              <a:rPr lang="en-US" sz="2400" b="1" dirty="0"/>
              <a:t>Staff Responsiveness Domain Top Box Score:</a:t>
            </a:r>
          </a:p>
          <a:p>
            <a:pPr marL="0" lvl="0" indent="0">
              <a:spcBef>
                <a:spcPts val="0"/>
              </a:spcBef>
              <a:spcAft>
                <a:spcPts val="0"/>
              </a:spcAft>
              <a:buNone/>
            </a:pPr>
            <a:r>
              <a:rPr lang="en-US" sz="2400" dirty="0">
                <a:sym typeface="Roboto"/>
              </a:rPr>
              <a:t>L.G. Hospital: 63.09%</a:t>
            </a:r>
          </a:p>
          <a:p>
            <a:pPr marL="0" lvl="0" indent="0">
              <a:spcBef>
                <a:spcPts val="0"/>
              </a:spcBef>
              <a:spcAft>
                <a:spcPts val="0"/>
              </a:spcAft>
              <a:buNone/>
            </a:pPr>
            <a:r>
              <a:rPr lang="en-US" sz="2400" dirty="0">
                <a:sym typeface="Roboto"/>
              </a:rPr>
              <a:t>Benchmark: 85% – 90%</a:t>
            </a:r>
          </a:p>
          <a:p>
            <a:pPr marL="0" lvl="0" indent="0">
              <a:spcBef>
                <a:spcPts val="0"/>
              </a:spcBef>
              <a:spcAft>
                <a:spcPts val="0"/>
              </a:spcAft>
              <a:buNone/>
            </a:pPr>
            <a:endParaRPr lang="en-US" sz="2400" dirty="0">
              <a:sym typeface="Roboto"/>
            </a:endParaRPr>
          </a:p>
          <a:p>
            <a:pPr marL="0" lvl="0" indent="0">
              <a:spcBef>
                <a:spcPts val="0"/>
              </a:spcBef>
              <a:spcAft>
                <a:spcPts val="0"/>
              </a:spcAft>
              <a:buNone/>
            </a:pPr>
            <a:r>
              <a:rPr lang="en-US" sz="2400" b="1" dirty="0">
                <a:sym typeface="Roboto"/>
              </a:rPr>
              <a:t>Inference:</a:t>
            </a:r>
          </a:p>
          <a:p>
            <a:pPr marL="0" lvl="0" indent="0">
              <a:spcBef>
                <a:spcPts val="0"/>
              </a:spcBef>
              <a:spcAft>
                <a:spcPts val="0"/>
              </a:spcAft>
              <a:buNone/>
            </a:pPr>
            <a:r>
              <a:rPr lang="en-US" sz="2400" dirty="0"/>
              <a:t>Your staff responsiveness score falls below industry benchmarks, suggesting potential delays in meeting patient needs. The elevated bed occupancy could be contributing, as staff may be overextended. Enhancing staffing, response times, and communication could improve this performance metric.</a:t>
            </a:r>
          </a:p>
          <a:p>
            <a:endParaRPr lang="en-IN" dirty="0"/>
          </a:p>
        </p:txBody>
      </p:sp>
    </p:spTree>
    <p:extLst>
      <p:ext uri="{BB962C8B-B14F-4D97-AF65-F5344CB8AC3E}">
        <p14:creationId xmlns:p14="http://schemas.microsoft.com/office/powerpoint/2010/main" val="611350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E0FB1-C5F8-CD5D-C138-7E5814BADB33}"/>
              </a:ext>
            </a:extLst>
          </p:cNvPr>
          <p:cNvSpPr>
            <a:spLocks noGrp="1"/>
          </p:cNvSpPr>
          <p:nvPr>
            <p:ph type="title"/>
          </p:nvPr>
        </p:nvSpPr>
        <p:spPr/>
        <p:txBody>
          <a:bodyPr/>
          <a:lstStyle/>
          <a:p>
            <a:r>
              <a:rPr lang="en" dirty="0"/>
              <a:t>Benchmark Comparison</a:t>
            </a:r>
            <a:endParaRPr lang="en-IN" dirty="0"/>
          </a:p>
        </p:txBody>
      </p:sp>
      <p:sp>
        <p:nvSpPr>
          <p:cNvPr id="3" name="Content Placeholder 2">
            <a:extLst>
              <a:ext uri="{FF2B5EF4-FFF2-40B4-BE49-F238E27FC236}">
                <a16:creationId xmlns:a16="http://schemas.microsoft.com/office/drawing/2014/main" id="{12877FD1-A6CA-B56F-C940-D43F8EC0FF02}"/>
              </a:ext>
            </a:extLst>
          </p:cNvPr>
          <p:cNvSpPr>
            <a:spLocks noGrp="1"/>
          </p:cNvSpPr>
          <p:nvPr>
            <p:ph idx="1"/>
          </p:nvPr>
        </p:nvSpPr>
        <p:spPr/>
        <p:txBody>
          <a:bodyPr/>
          <a:lstStyle/>
          <a:p>
            <a:pPr marL="457200" lvl="0" indent="-311150">
              <a:spcBef>
                <a:spcPts val="0"/>
              </a:spcBef>
              <a:spcAft>
                <a:spcPts val="0"/>
              </a:spcAft>
              <a:buClr>
                <a:schemeClr val="lt2"/>
              </a:buClr>
              <a:buSzPts val="1300"/>
              <a:buFont typeface="Roboto"/>
              <a:buChar char="●"/>
            </a:pPr>
            <a:endParaRPr lang="en-US" sz="2400" dirty="0">
              <a:sym typeface="Roboto"/>
            </a:endParaRPr>
          </a:p>
          <a:p>
            <a:pPr marL="146050" lvl="0" indent="0">
              <a:spcBef>
                <a:spcPts val="0"/>
              </a:spcBef>
              <a:spcAft>
                <a:spcPts val="0"/>
              </a:spcAft>
              <a:buClr>
                <a:schemeClr val="lt2"/>
              </a:buClr>
              <a:buSzPts val="1300"/>
              <a:buNone/>
            </a:pPr>
            <a:r>
              <a:rPr lang="en-US" sz="2400" b="1" dirty="0">
                <a:sym typeface="Roboto"/>
              </a:rPr>
              <a:t>Summary of Benchmark Comparison:</a:t>
            </a:r>
          </a:p>
          <a:p>
            <a:pPr marL="457200" lvl="0" indent="-311150">
              <a:spcBef>
                <a:spcPts val="0"/>
              </a:spcBef>
              <a:spcAft>
                <a:spcPts val="0"/>
              </a:spcAft>
              <a:buClr>
                <a:schemeClr val="lt2"/>
              </a:buClr>
              <a:buSzPts val="1300"/>
              <a:buFont typeface="Roboto"/>
              <a:buChar char="●"/>
            </a:pPr>
            <a:endParaRPr lang="en-US" sz="2400" dirty="0">
              <a:sym typeface="Roboto"/>
            </a:endParaRPr>
          </a:p>
          <a:p>
            <a:pPr>
              <a:buFont typeface="Arial" panose="020B0604020202020204" pitchFamily="34" charset="0"/>
              <a:buChar char="•"/>
            </a:pPr>
            <a:r>
              <a:rPr lang="en-US" sz="2400" dirty="0"/>
              <a:t>Elevated bed occupancy combined with low staff responsiveness indicates possible operational pressure.</a:t>
            </a:r>
          </a:p>
          <a:p>
            <a:pPr>
              <a:buFont typeface="Arial" panose="020B0604020202020204" pitchFamily="34" charset="0"/>
              <a:buChar char="•"/>
            </a:pPr>
            <a:r>
              <a:rPr lang="en-US" sz="2400" dirty="0"/>
              <a:t>Even with high occupancy, fall prevention measures seem to be working effectively.</a:t>
            </a:r>
          </a:p>
          <a:p>
            <a:pPr>
              <a:buFont typeface="Arial" panose="020B0604020202020204" pitchFamily="34" charset="0"/>
              <a:buChar char="•"/>
            </a:pPr>
            <a:r>
              <a:rPr lang="en-US" sz="2400" dirty="0"/>
              <a:t>Enhancing staff responsiveness could boost patient satisfaction and overall hospital performance.</a:t>
            </a:r>
          </a:p>
          <a:p>
            <a:endParaRPr lang="en-IN" dirty="0"/>
          </a:p>
        </p:txBody>
      </p:sp>
    </p:spTree>
    <p:extLst>
      <p:ext uri="{BB962C8B-B14F-4D97-AF65-F5344CB8AC3E}">
        <p14:creationId xmlns:p14="http://schemas.microsoft.com/office/powerpoint/2010/main" val="1557006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34F22-46ED-DDB3-968C-4B1DEBD7B7E1}"/>
              </a:ext>
            </a:extLst>
          </p:cNvPr>
          <p:cNvSpPr>
            <a:spLocks noGrp="1"/>
          </p:cNvSpPr>
          <p:nvPr>
            <p:ph type="ctrTitle"/>
          </p:nvPr>
        </p:nvSpPr>
        <p:spPr/>
        <p:txBody>
          <a:bodyPr/>
          <a:lstStyle/>
          <a:p>
            <a:r>
              <a:rPr lang="en-IN" dirty="0"/>
              <a:t>Thank YOU!</a:t>
            </a:r>
          </a:p>
        </p:txBody>
      </p:sp>
      <p:sp>
        <p:nvSpPr>
          <p:cNvPr id="3" name="Subtitle 2">
            <a:extLst>
              <a:ext uri="{FF2B5EF4-FFF2-40B4-BE49-F238E27FC236}">
                <a16:creationId xmlns:a16="http://schemas.microsoft.com/office/drawing/2014/main" id="{17CDC5DC-DA22-AC45-B154-16F4F9306C7E}"/>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9527793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Override1.xml><?xml version="1.0" encoding="utf-8"?>
<a:themeOverride xmlns:a="http://schemas.openxmlformats.org/drawingml/2006/main">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
  <TotalTime>101</TotalTime>
  <Words>977</Words>
  <Application>Microsoft Office PowerPoint</Application>
  <PresentationFormat>Widescreen</PresentationFormat>
  <Paragraphs>84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Roboto</vt:lpstr>
      <vt:lpstr>Roboto SemiBold</vt:lpstr>
      <vt:lpstr>Tw Cen MT</vt:lpstr>
      <vt:lpstr>Tw Cen MT Condensed</vt:lpstr>
      <vt:lpstr>Wingdings 3</vt:lpstr>
      <vt:lpstr>Integral</vt:lpstr>
      <vt:lpstr>KPI Analysis of Lowell General Hospital</vt:lpstr>
      <vt:lpstr>Problem Statement and Objective </vt:lpstr>
      <vt:lpstr>Dataset Overview</vt:lpstr>
      <vt:lpstr>Understanding KPIs</vt:lpstr>
      <vt:lpstr>Understanding KPIs</vt:lpstr>
      <vt:lpstr>Understanding KPIs</vt:lpstr>
      <vt:lpstr>Relationship between the KPIs</vt:lpstr>
      <vt:lpstr>Relationship between the KPIs</vt:lpstr>
      <vt:lpstr>Relationship between the KPIs</vt:lpstr>
      <vt:lpstr>Relationship between the KPIs</vt:lpstr>
      <vt:lpstr>Relationship between the KPIs</vt:lpstr>
      <vt:lpstr>Trends in Data Over Time</vt:lpstr>
      <vt:lpstr>Trends in Data Over Time</vt:lpstr>
      <vt:lpstr>Trends in Data Over Time</vt:lpstr>
      <vt:lpstr>PowerPoint Presentation</vt:lpstr>
      <vt:lpstr>Benchmark Comparison</vt:lpstr>
      <vt:lpstr>Benchmark Comparison</vt:lpstr>
      <vt:lpstr>Benchmark Comparison</vt:lpstr>
      <vt:lpstr>Benchmark Comparison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 Narayana Reddy</dc:creator>
  <cp:lastModifiedBy>Adi Narayana Reddy</cp:lastModifiedBy>
  <cp:revision>1</cp:revision>
  <dcterms:created xsi:type="dcterms:W3CDTF">2026-01-19T18:38:53Z</dcterms:created>
  <dcterms:modified xsi:type="dcterms:W3CDTF">2026-01-24T14:37:15Z</dcterms:modified>
</cp:coreProperties>
</file>